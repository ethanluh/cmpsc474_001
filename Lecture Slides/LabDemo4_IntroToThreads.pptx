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56" r:id="rId2"/>
    <p:sldId id="281" r:id="rId3"/>
    <p:sldId id="301" r:id="rId4"/>
    <p:sldId id="302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014" autoAdjust="0"/>
    <p:restoredTop sz="94660"/>
  </p:normalViewPr>
  <p:slideViewPr>
    <p:cSldViewPr snapToGrid="0">
      <p:cViewPr varScale="1">
        <p:scale>
          <a:sx n="84" d="100"/>
          <a:sy n="84" d="100"/>
        </p:scale>
        <p:origin x="211" y="3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microsoft.com/office/2016/11/relationships/changesInfo" Target="changesInfos/changesInfo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Zhao, Jie" userId="7be6526a-30ba-445c-b3a9-aabf2c8f5828" providerId="ADAL" clId="{DEC740C7-2239-4DCB-A2EC-28D5B021DFB5}"/>
    <pc:docChg chg="modSld">
      <pc:chgData name="Zhao, Jie" userId="7be6526a-30ba-445c-b3a9-aabf2c8f5828" providerId="ADAL" clId="{DEC740C7-2239-4DCB-A2EC-28D5B021DFB5}" dt="2026-02-18T02:06:54.517" v="9" actId="20577"/>
      <pc:docMkLst>
        <pc:docMk/>
      </pc:docMkLst>
      <pc:sldChg chg="modSp mod">
        <pc:chgData name="Zhao, Jie" userId="7be6526a-30ba-445c-b3a9-aabf2c8f5828" providerId="ADAL" clId="{DEC740C7-2239-4DCB-A2EC-28D5B021DFB5}" dt="2026-02-18T02:06:54.517" v="9" actId="20577"/>
        <pc:sldMkLst>
          <pc:docMk/>
          <pc:sldMk cId="2199995263" sldId="256"/>
        </pc:sldMkLst>
        <pc:spChg chg="mod">
          <ac:chgData name="Zhao, Jie" userId="7be6526a-30ba-445c-b3a9-aabf2c8f5828" providerId="ADAL" clId="{DEC740C7-2239-4DCB-A2EC-28D5B021DFB5}" dt="2026-02-18T02:06:54.517" v="9" actId="20577"/>
          <ac:spMkLst>
            <pc:docMk/>
            <pc:sldMk cId="2199995263" sldId="256"/>
            <ac:spMk id="3" creationId="{2C5DF914-4B40-4A23-8AAC-9CFE7F215ACD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AE94F02-DFE8-47F5-999D-4D065381BD97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B9532FC-0C26-41ED-91C4-2A1C58AE2C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30071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F58CFA-34B8-4985-9EBD-3480D5E1D8D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A433D6D-E622-4C3B-9F70-ED49553B91F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5B9800-BBE3-43F3-954C-1BE89C95AF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01B579-BE22-4365-9624-3AE1F352F1A7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49448D-A783-4933-8C87-202B908B19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7A539E-77FB-4784-8F48-40A6E10C52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D7EF8F-CC04-49FF-99A7-DBE4E5B3B3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56185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245774-D8FB-4609-AAE6-9DFB9337B9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28BC86-19DE-433A-AC72-8E6E8A93B7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DFEAE9-538F-4540-99B2-F94BBB0C3D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01B579-BE22-4365-9624-3AE1F352F1A7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00FA06-A552-48E9-984C-063D235291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1CB287-478F-4020-BBF4-AE2612E417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D7EF8F-CC04-49FF-99A7-DBE4E5B3B3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75822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C65F8E-D378-48F1-982D-606B3160FF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2194D5D-2E6F-4291-B1C6-BBFC0323C95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1AAFD2-28C6-455D-AE60-B9D724863C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01B579-BE22-4365-9624-3AE1F352F1A7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662756-894F-46FE-B4D3-4C37074401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5C601B-7763-446C-9DC5-9ACF5EE9B2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D7EF8F-CC04-49FF-99A7-DBE4E5B3B3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99833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6285D5-4A70-4523-8C56-7A2F63097D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B50669-8B6D-4573-A65D-5723BE7B812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7926AA6-27C3-4956-B4F9-B51F02240F9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FCADE07-F788-4954-AC59-F7BCCAD825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01B579-BE22-4365-9624-3AE1F352F1A7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4CEA43F-F602-40EE-B21F-DC7E68CD6E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13D1C2A-9F62-4A54-96AE-3DAD482343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D7EF8F-CC04-49FF-99A7-DBE4E5B3B3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83751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0693E4-29D2-4052-9C0C-2B12FB9F04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DA1864E-EDC6-4F4B-90E2-73414CCE86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2208338-D4D6-46C1-A40B-EBAFA05859F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076AB0C-3D87-4B28-A144-FBE1D0F6FE4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00639F3-6EB4-4B92-AE38-D411C1AA3AB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21005A4-0514-429B-9362-4434E79326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01B579-BE22-4365-9624-3AE1F352F1A7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1B49C01-7B53-435D-82F7-A1316279CD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52674F3-601B-4FAC-913E-6356AB82DE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D7EF8F-CC04-49FF-99A7-DBE4E5B3B3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7460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58F530-2DDE-4090-B9BA-4E706FE890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B24B356-E78B-4416-98FE-2C17AE157F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01B579-BE22-4365-9624-3AE1F352F1A7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15593D8-810C-4035-B5ED-80F9BF0D3A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DF55571-D054-48D1-8803-ADE847A653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D7EF8F-CC04-49FF-99A7-DBE4E5B3B3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38476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37BE268-32AF-41F1-B9BF-7644477638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01B579-BE22-4365-9624-3AE1F352F1A7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F581429-1463-423B-A364-3007974280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51A6839-CB05-4AB6-92C3-597FE9B6E5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D7EF8F-CC04-49FF-99A7-DBE4E5B3B3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62071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670436-DB2A-48F1-B027-49BF16EC76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E8BF08-10D0-4FEE-BD95-9FDFBA2FF0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3AA3EEA-BC06-42DA-89F3-9E0D2161B0C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C35DFBF-2A0A-4BBC-A7A2-C761EAFD3E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01B579-BE22-4365-9624-3AE1F352F1A7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4E032EE-DBDF-4DD6-B09C-98EFBACD07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70F9592-0DF4-4888-A204-38DA63D36B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D7EF8F-CC04-49FF-99A7-DBE4E5B3B3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38369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8C96FA-1210-4D0E-9505-D51795E072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5A255D6-880E-44DA-919F-3FCF13B52C8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3FC7E01-C6FB-46A7-A74A-898E5820E26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E4E34C9-0AC3-43C3-A654-3FC0164AC9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01B579-BE22-4365-9624-3AE1F352F1A7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3447480-0FFC-41C2-88A2-0A21C72635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60F4567-0817-4CF6-BD05-B1BDEA7995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D7EF8F-CC04-49FF-99A7-DBE4E5B3B3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51177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6300B9-FC21-406B-B5FA-B60B7DC900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1496599-23BC-425D-8BD9-EE0D324D68A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E89C455-686D-48B4-8DAB-D94E33E060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01B579-BE22-4365-9624-3AE1F352F1A7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AD1942-3ED0-4931-A8CE-6D984F8390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AB5B99-3A43-477C-B42A-3C08D02D75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D7EF8F-CC04-49FF-99A7-DBE4E5B3B3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68637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923F515-C31F-4273-9268-3D1EF4F6FB3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E4BF6F7-9F34-4BB4-8961-A8EDC9D82C8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259CB1-7397-4C82-89C9-0693FB2910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01B579-BE22-4365-9624-3AE1F352F1A7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201C97-2278-43A9-BE35-0AD6126551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F15134C-7180-46A6-9627-AECEF8DCC9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D7EF8F-CC04-49FF-99A7-DBE4E5B3B3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73118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8F26403-82E5-42A1-9D17-51FB8924CA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60F3246-0D43-4E66-B320-0671607BF3D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F15B71-0150-43A3-94BD-2B7D0897C00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701B579-BE22-4365-9624-3AE1F352F1A7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79B45D-F9D5-470F-9240-ABDE82EA299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AC585F-DBFF-493F-8D4A-16FE923EEA4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7D7EF8F-CC04-49FF-99A7-DBE4E5B3B3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80830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2C5DF914-4B40-4A23-8AAC-9CFE7F215AC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26434" y="4659359"/>
            <a:ext cx="9144000" cy="1655762"/>
          </a:xfrm>
        </p:spPr>
        <p:txBody>
          <a:bodyPr>
            <a:normAutofit/>
          </a:bodyPr>
          <a:lstStyle/>
          <a:p>
            <a:r>
              <a:rPr lang="en-US" dirty="0"/>
              <a:t>Topic: Lab Demo4 – Intro to Threads</a:t>
            </a:r>
          </a:p>
          <a:p>
            <a:r>
              <a:rPr lang="en-US" dirty="0"/>
              <a:t>Lecture: Dr. Zhao Jie</a:t>
            </a:r>
          </a:p>
          <a:p>
            <a:r>
              <a:rPr lang="en-US" dirty="0"/>
              <a:t>Date: 02/18/2026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2F60897-8669-4C6A-9213-A875ED3223C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4450" y="237202"/>
            <a:ext cx="9967968" cy="457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999526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3848F5-1552-4316-ADB3-4EE4924B647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18460" y="323372"/>
            <a:ext cx="9755080" cy="737510"/>
          </a:xfrm>
        </p:spPr>
        <p:txBody>
          <a:bodyPr>
            <a:noAutofit/>
          </a:bodyPr>
          <a:lstStyle/>
          <a:p>
            <a:r>
              <a:rPr lang="en-US" sz="3800" dirty="0">
                <a:solidFill>
                  <a:srgbClr val="C00000"/>
                </a:solidFill>
              </a:rPr>
              <a:t>Intro to Threads – </a:t>
            </a:r>
            <a:r>
              <a:rPr lang="en-US" sz="3800" dirty="0" err="1">
                <a:solidFill>
                  <a:srgbClr val="C00000"/>
                </a:solidFill>
              </a:rPr>
              <a:t>pthread_create</a:t>
            </a:r>
            <a:r>
              <a:rPr lang="en-US" sz="3800" dirty="0">
                <a:solidFill>
                  <a:srgbClr val="C00000"/>
                </a:solidFill>
              </a:rPr>
              <a:t>( )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C5DF914-4B40-4A23-8AAC-9CFE7F215AC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65826" y="3047582"/>
            <a:ext cx="11137036" cy="3592915"/>
          </a:xfrm>
        </p:spPr>
        <p:txBody>
          <a:bodyPr>
            <a:noAutofit/>
          </a:bodyPr>
          <a:lstStyle/>
          <a:p>
            <a:pPr marL="342900" indent="-3429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500" dirty="0" err="1"/>
              <a:t>Func</a:t>
            </a:r>
            <a:r>
              <a:rPr lang="en-US" sz="1500" dirty="0"/>
              <a:t>: creates threads.</a:t>
            </a:r>
          </a:p>
          <a:p>
            <a:pPr marL="342900" indent="-3429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500" dirty="0"/>
              <a:t>*Arg1: the buffer containing the new thread's ID, if </a:t>
            </a:r>
            <a:r>
              <a:rPr lang="en-US" sz="1500" dirty="0" err="1"/>
              <a:t>pthread_create</a:t>
            </a:r>
            <a:r>
              <a:rPr lang="en-US" sz="1500" dirty="0"/>
              <a:t> is successful.</a:t>
            </a:r>
          </a:p>
          <a:p>
            <a:pPr marL="342900" indent="-3429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500" dirty="0"/>
              <a:t>*Arg2: The second parameter specifies the thread's attributes. It is generally NULL until you want to change the default settings.</a:t>
            </a:r>
          </a:p>
          <a:p>
            <a:pPr marL="342900" indent="-3429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500" dirty="0"/>
              <a:t>*Arg3: the name of the function which the thread will execute. Hence, everything that you want the thread to do should be defined in this function.</a:t>
            </a:r>
          </a:p>
          <a:p>
            <a:pPr marL="342900" indent="-3429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500" dirty="0"/>
              <a:t>Arg4: the input to the function in the third parameter. If the function in the third parameter does not take any input then the fourth parameter is NULL.</a:t>
            </a:r>
          </a:p>
          <a:p>
            <a:pPr marL="342900" indent="-3429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500" dirty="0"/>
              <a:t>Return: 1). Returns 0 on success; 2). Returns Error number: An error occurred, and the contents of *thread are undefined.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32C46A4-26CB-B79F-E594-FCB4D95A16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4814" y="1213516"/>
            <a:ext cx="8162371" cy="16459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090531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3848F5-1552-4316-ADB3-4EE4924B647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18460" y="323372"/>
            <a:ext cx="9755080" cy="737510"/>
          </a:xfrm>
        </p:spPr>
        <p:txBody>
          <a:bodyPr>
            <a:noAutofit/>
          </a:bodyPr>
          <a:lstStyle/>
          <a:p>
            <a:r>
              <a:rPr lang="en-US" sz="3800" dirty="0">
                <a:solidFill>
                  <a:srgbClr val="C00000"/>
                </a:solidFill>
              </a:rPr>
              <a:t>Intro to Threads – </a:t>
            </a:r>
            <a:r>
              <a:rPr lang="en-US" sz="3800" dirty="0" err="1">
                <a:solidFill>
                  <a:srgbClr val="C00000"/>
                </a:solidFill>
              </a:rPr>
              <a:t>pthread</a:t>
            </a:r>
            <a:r>
              <a:rPr lang="en-US" sz="3800" dirty="0">
                <a:solidFill>
                  <a:srgbClr val="C00000"/>
                </a:solidFill>
              </a:rPr>
              <a:t>_ join( )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C5DF914-4B40-4A23-8AAC-9CFE7F215AC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81704" y="3376059"/>
            <a:ext cx="9391836" cy="2767290"/>
          </a:xfrm>
        </p:spPr>
        <p:txBody>
          <a:bodyPr>
            <a:normAutofit fontScale="77500" lnSpcReduction="20000"/>
          </a:bodyPr>
          <a:lstStyle/>
          <a:p>
            <a:pPr marL="342900" indent="-3429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 err="1"/>
              <a:t>Func</a:t>
            </a:r>
            <a:r>
              <a:rPr lang="en-US" dirty="0"/>
              <a:t>: Allows the calling thread to wait for the ending of the target thread.</a:t>
            </a:r>
          </a:p>
          <a:p>
            <a:pPr marL="342900" indent="-3429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Arg1: The new thread's ID.</a:t>
            </a:r>
          </a:p>
          <a:p>
            <a:pPr marL="342900" indent="-3429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*Arg2: A pointer to the status argument passed by the ending thread as part of </a:t>
            </a:r>
            <a:r>
              <a:rPr lang="en-US" dirty="0" err="1"/>
              <a:t>pthread_exit</a:t>
            </a:r>
            <a:r>
              <a:rPr lang="en-US" dirty="0"/>
              <a:t>(). If the ending thread is terminated with a return, the status contains a pointer to the return value. If the thread was canceled, the status can be set to -1.</a:t>
            </a:r>
          </a:p>
          <a:p>
            <a:pPr marL="342900" indent="-3429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Return: 1). Return 0 on success; 2). Return -1 if failed.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316F92B-8156-6056-1933-590248324E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6675" y="1548702"/>
            <a:ext cx="10478650" cy="16459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089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3848F5-1552-4316-ADB3-4EE4924B647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18460" y="323372"/>
            <a:ext cx="9755080" cy="737510"/>
          </a:xfrm>
        </p:spPr>
        <p:txBody>
          <a:bodyPr>
            <a:noAutofit/>
          </a:bodyPr>
          <a:lstStyle/>
          <a:p>
            <a:r>
              <a:rPr lang="en-US" sz="3800" dirty="0">
                <a:solidFill>
                  <a:srgbClr val="C00000"/>
                </a:solidFill>
              </a:rPr>
              <a:t>Intro to Threads – </a:t>
            </a:r>
            <a:r>
              <a:rPr lang="en-US" sz="3800" dirty="0" err="1">
                <a:solidFill>
                  <a:srgbClr val="C00000"/>
                </a:solidFill>
              </a:rPr>
              <a:t>pthread</a:t>
            </a:r>
            <a:r>
              <a:rPr lang="en-US" sz="3800" dirty="0">
                <a:solidFill>
                  <a:srgbClr val="C00000"/>
                </a:solidFill>
              </a:rPr>
              <a:t>_ exit( )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C5DF914-4B40-4A23-8AAC-9CFE7F215AC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95514" y="3526794"/>
            <a:ext cx="9391836" cy="2692014"/>
          </a:xfrm>
        </p:spPr>
        <p:txBody>
          <a:bodyPr>
            <a:noAutofit/>
          </a:bodyPr>
          <a:lstStyle/>
          <a:p>
            <a:pPr marL="342900" indent="-3429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 err="1"/>
              <a:t>Func</a:t>
            </a:r>
            <a:r>
              <a:rPr lang="en-US" sz="2000" dirty="0"/>
              <a:t>: Ends the calling thread and makes status available to any thread that calls </a:t>
            </a:r>
            <a:r>
              <a:rPr lang="en-US" sz="2000" dirty="0" err="1"/>
              <a:t>pthread_join</a:t>
            </a:r>
            <a:r>
              <a:rPr lang="en-US" sz="2000" dirty="0"/>
              <a:t>() with the ending thread's thread ID.</a:t>
            </a:r>
          </a:p>
          <a:p>
            <a:pPr marL="342900" indent="-3429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Arg1: A pointer to the status argument passed by the ending thread as part of </a:t>
            </a:r>
            <a:r>
              <a:rPr lang="en-US" sz="2000" dirty="0" err="1"/>
              <a:t>pthread_exit</a:t>
            </a:r>
            <a:r>
              <a:rPr lang="en-US" sz="2000" dirty="0"/>
              <a:t>().</a:t>
            </a:r>
          </a:p>
          <a:p>
            <a:pPr marL="342900" indent="-3429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Return: No return.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0153346-D716-27C0-A2D4-657E126662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6594" y="1531120"/>
            <a:ext cx="10689676" cy="16459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533460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Metadata/LabelInfo.xml><?xml version="1.0" encoding="utf-8"?>
<clbl:labelList xmlns:clbl="http://schemas.microsoft.com/office/2020/mipLabelMetadata">
  <clbl:label id="{7cf48d45-3ddb-4389-a9c1-c115526eb52e}" enabled="0" method="" siteId="{7cf48d45-3ddb-4389-a9c1-c115526eb52e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585</TotalTime>
  <Words>328</Words>
  <Application>Microsoft Office PowerPoint</Application>
  <PresentationFormat>Widescreen</PresentationFormat>
  <Paragraphs>19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Calibri Light</vt:lpstr>
      <vt:lpstr>Office Theme</vt:lpstr>
      <vt:lpstr>PowerPoint Presentation</vt:lpstr>
      <vt:lpstr>Intro to Threads – pthread_create( )</vt:lpstr>
      <vt:lpstr>Intro to Threads – pthread_ join( )</vt:lpstr>
      <vt:lpstr>Intro to Threads – pthread_ exit( )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Jie Zhao</dc:creator>
  <cp:lastModifiedBy>Zhao, Jie</cp:lastModifiedBy>
  <cp:revision>7</cp:revision>
  <dcterms:created xsi:type="dcterms:W3CDTF">2023-08-19T20:44:10Z</dcterms:created>
  <dcterms:modified xsi:type="dcterms:W3CDTF">2026-02-18T02:07:05Z</dcterms:modified>
</cp:coreProperties>
</file>