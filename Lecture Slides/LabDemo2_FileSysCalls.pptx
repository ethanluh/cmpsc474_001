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1" r:id="rId3"/>
    <p:sldId id="301" r:id="rId4"/>
    <p:sldId id="302" r:id="rId5"/>
    <p:sldId id="285" r:id="rId6"/>
    <p:sldId id="305" r:id="rId7"/>
    <p:sldId id="303" r:id="rId8"/>
    <p:sldId id="306" r:id="rId9"/>
    <p:sldId id="3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0EB57-ED55-4F9D-98AB-6AF0FE778B7F}" v="5" dt="2025-09-15T16:09:15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1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5A4CCCA5-450F-4BCD-9EBD-CDC34DA87434}"/>
    <pc:docChg chg="undo redo custSel addSld delSld modSld">
      <pc:chgData name="Zhao, Jie" userId="7be6526a-30ba-445c-b3a9-aabf2c8f5828" providerId="ADAL" clId="{5A4CCCA5-450F-4BCD-9EBD-CDC34DA87434}" dt="2023-08-27T04:34:15.862" v="522" actId="20577"/>
      <pc:docMkLst>
        <pc:docMk/>
      </pc:docMkLst>
      <pc:sldChg chg="modSp mod">
        <pc:chgData name="Zhao, Jie" userId="7be6526a-30ba-445c-b3a9-aabf2c8f5828" providerId="ADAL" clId="{5A4CCCA5-450F-4BCD-9EBD-CDC34DA87434}" dt="2023-08-27T02:49:29.924" v="15" actId="20577"/>
        <pc:sldMkLst>
          <pc:docMk/>
          <pc:sldMk cId="2199995263" sldId="256"/>
        </pc:sldMkLst>
      </pc:sldChg>
      <pc:sldChg chg="modSp mod">
        <pc:chgData name="Zhao, Jie" userId="7be6526a-30ba-445c-b3a9-aabf2c8f5828" providerId="ADAL" clId="{5A4CCCA5-450F-4BCD-9EBD-CDC34DA87434}" dt="2023-08-27T04:34:15.862" v="522" actId="20577"/>
        <pc:sldMkLst>
          <pc:docMk/>
          <pc:sldMk cId="4038797967" sldId="257"/>
        </pc:sldMkLst>
      </pc:sldChg>
      <pc:sldChg chg="addSp delSp modSp mod">
        <pc:chgData name="Zhao, Jie" userId="7be6526a-30ba-445c-b3a9-aabf2c8f5828" providerId="ADAL" clId="{5A4CCCA5-450F-4BCD-9EBD-CDC34DA87434}" dt="2023-08-27T02:51:45.343" v="40" actId="14100"/>
        <pc:sldMkLst>
          <pc:docMk/>
          <pc:sldMk cId="3156249041" sldId="258"/>
        </pc:sldMkLst>
      </pc:sldChg>
      <pc:sldChg chg="addSp delSp modSp mod">
        <pc:chgData name="Zhao, Jie" userId="7be6526a-30ba-445c-b3a9-aabf2c8f5828" providerId="ADAL" clId="{5A4CCCA5-450F-4BCD-9EBD-CDC34DA87434}" dt="2023-08-27T02:56:16.045" v="97" actId="1076"/>
        <pc:sldMkLst>
          <pc:docMk/>
          <pc:sldMk cId="2542695608" sldId="259"/>
        </pc:sldMkLst>
      </pc:sldChg>
      <pc:sldChg chg="addSp delSp modSp mod">
        <pc:chgData name="Zhao, Jie" userId="7be6526a-30ba-445c-b3a9-aabf2c8f5828" providerId="ADAL" clId="{5A4CCCA5-450F-4BCD-9EBD-CDC34DA87434}" dt="2023-08-27T02:57:26.018" v="108" actId="1076"/>
        <pc:sldMkLst>
          <pc:docMk/>
          <pc:sldMk cId="2611632535" sldId="260"/>
        </pc:sldMkLst>
      </pc:sldChg>
      <pc:sldChg chg="addSp delSp modSp mod">
        <pc:chgData name="Zhao, Jie" userId="7be6526a-30ba-445c-b3a9-aabf2c8f5828" providerId="ADAL" clId="{5A4CCCA5-450F-4BCD-9EBD-CDC34DA87434}" dt="2023-08-27T02:58:32.620" v="130" actId="1036"/>
        <pc:sldMkLst>
          <pc:docMk/>
          <pc:sldMk cId="2971324342" sldId="261"/>
        </pc:sldMkLst>
      </pc:sldChg>
      <pc:sldChg chg="addSp delSp modSp mod">
        <pc:chgData name="Zhao, Jie" userId="7be6526a-30ba-445c-b3a9-aabf2c8f5828" providerId="ADAL" clId="{5A4CCCA5-450F-4BCD-9EBD-CDC34DA87434}" dt="2023-08-27T03:00:07.180" v="160" actId="1076"/>
        <pc:sldMkLst>
          <pc:docMk/>
          <pc:sldMk cId="3086728423" sldId="262"/>
        </pc:sldMkLst>
      </pc:sldChg>
      <pc:sldChg chg="addSp delSp modSp mod">
        <pc:chgData name="Zhao, Jie" userId="7be6526a-30ba-445c-b3a9-aabf2c8f5828" providerId="ADAL" clId="{5A4CCCA5-450F-4BCD-9EBD-CDC34DA87434}" dt="2023-08-27T03:02:48.315" v="188" actId="1076"/>
        <pc:sldMkLst>
          <pc:docMk/>
          <pc:sldMk cId="6743112" sldId="263"/>
        </pc:sldMkLst>
      </pc:sldChg>
      <pc:sldChg chg="addSp delSp modSp mod">
        <pc:chgData name="Zhao, Jie" userId="7be6526a-30ba-445c-b3a9-aabf2c8f5828" providerId="ADAL" clId="{5A4CCCA5-450F-4BCD-9EBD-CDC34DA87434}" dt="2023-08-27T03:04:48.635" v="205" actId="15"/>
        <pc:sldMkLst>
          <pc:docMk/>
          <pc:sldMk cId="1037891018" sldId="264"/>
        </pc:sldMkLst>
      </pc:sldChg>
      <pc:sldChg chg="addSp delSp modSp mod">
        <pc:chgData name="Zhao, Jie" userId="7be6526a-30ba-445c-b3a9-aabf2c8f5828" providerId="ADAL" clId="{5A4CCCA5-450F-4BCD-9EBD-CDC34DA87434}" dt="2023-08-27T03:06:33.366" v="216" actId="1076"/>
        <pc:sldMkLst>
          <pc:docMk/>
          <pc:sldMk cId="3727919707" sldId="265"/>
        </pc:sldMkLst>
      </pc:sldChg>
      <pc:sldChg chg="addSp delSp modSp mod">
        <pc:chgData name="Zhao, Jie" userId="7be6526a-30ba-445c-b3a9-aabf2c8f5828" providerId="ADAL" clId="{5A4CCCA5-450F-4BCD-9EBD-CDC34DA87434}" dt="2023-08-27T03:08:23.052" v="243" actId="20577"/>
        <pc:sldMkLst>
          <pc:docMk/>
          <pc:sldMk cId="1192227364" sldId="266"/>
        </pc:sldMkLst>
      </pc:sldChg>
      <pc:sldChg chg="addSp delSp modSp mod">
        <pc:chgData name="Zhao, Jie" userId="7be6526a-30ba-445c-b3a9-aabf2c8f5828" providerId="ADAL" clId="{5A4CCCA5-450F-4BCD-9EBD-CDC34DA87434}" dt="2023-08-27T03:12:22.535" v="302" actId="1076"/>
        <pc:sldMkLst>
          <pc:docMk/>
          <pc:sldMk cId="1710609153" sldId="267"/>
        </pc:sldMkLst>
      </pc:sldChg>
      <pc:sldChg chg="addSp delSp modSp mod">
        <pc:chgData name="Zhao, Jie" userId="7be6526a-30ba-445c-b3a9-aabf2c8f5828" providerId="ADAL" clId="{5A4CCCA5-450F-4BCD-9EBD-CDC34DA87434}" dt="2023-08-27T03:14:02.006" v="323" actId="1076"/>
        <pc:sldMkLst>
          <pc:docMk/>
          <pc:sldMk cId="2202845043" sldId="268"/>
        </pc:sldMkLst>
      </pc:sldChg>
      <pc:sldChg chg="addSp delSp modSp mod">
        <pc:chgData name="Zhao, Jie" userId="7be6526a-30ba-445c-b3a9-aabf2c8f5828" providerId="ADAL" clId="{5A4CCCA5-450F-4BCD-9EBD-CDC34DA87434}" dt="2023-08-27T03:15:18.490" v="336" actId="6549"/>
        <pc:sldMkLst>
          <pc:docMk/>
          <pc:sldMk cId="3365004106" sldId="269"/>
        </pc:sldMkLst>
      </pc:sldChg>
      <pc:sldChg chg="delSp del mod">
        <pc:chgData name="Zhao, Jie" userId="7be6526a-30ba-445c-b3a9-aabf2c8f5828" providerId="ADAL" clId="{5A4CCCA5-450F-4BCD-9EBD-CDC34DA87434}" dt="2023-08-27T03:15:40.498" v="338" actId="47"/>
        <pc:sldMkLst>
          <pc:docMk/>
          <pc:sldMk cId="1893564140" sldId="270"/>
        </pc:sldMkLst>
      </pc:sldChg>
      <pc:sldChg chg="del">
        <pc:chgData name="Zhao, Jie" userId="7be6526a-30ba-445c-b3a9-aabf2c8f5828" providerId="ADAL" clId="{5A4CCCA5-450F-4BCD-9EBD-CDC34DA87434}" dt="2023-08-27T03:21:17.637" v="384" actId="47"/>
        <pc:sldMkLst>
          <pc:docMk/>
          <pc:sldMk cId="1056748361" sldId="272"/>
        </pc:sldMkLst>
      </pc:sldChg>
      <pc:sldChg chg="del">
        <pc:chgData name="Zhao, Jie" userId="7be6526a-30ba-445c-b3a9-aabf2c8f5828" providerId="ADAL" clId="{5A4CCCA5-450F-4BCD-9EBD-CDC34DA87434}" dt="2023-08-27T03:21:18.533" v="385" actId="47"/>
        <pc:sldMkLst>
          <pc:docMk/>
          <pc:sldMk cId="1229067527" sldId="273"/>
        </pc:sldMkLst>
      </pc:sldChg>
      <pc:sldChg chg="add del">
        <pc:chgData name="Zhao, Jie" userId="7be6526a-30ba-445c-b3a9-aabf2c8f5828" providerId="ADAL" clId="{5A4CCCA5-450F-4BCD-9EBD-CDC34DA87434}" dt="2023-08-27T03:22:22.625" v="401" actId="47"/>
        <pc:sldMkLst>
          <pc:docMk/>
          <pc:sldMk cId="762172599" sldId="274"/>
        </pc:sldMkLst>
      </pc:sldChg>
      <pc:sldChg chg="add del">
        <pc:chgData name="Zhao, Jie" userId="7be6526a-30ba-445c-b3a9-aabf2c8f5828" providerId="ADAL" clId="{5A4CCCA5-450F-4BCD-9EBD-CDC34DA87434}" dt="2023-08-27T03:22:22.625" v="401" actId="47"/>
        <pc:sldMkLst>
          <pc:docMk/>
          <pc:sldMk cId="2987660880" sldId="275"/>
        </pc:sldMkLst>
      </pc:sldChg>
      <pc:sldChg chg="add del">
        <pc:chgData name="Zhao, Jie" userId="7be6526a-30ba-445c-b3a9-aabf2c8f5828" providerId="ADAL" clId="{5A4CCCA5-450F-4BCD-9EBD-CDC34DA87434}" dt="2023-08-27T03:22:22.625" v="401" actId="47"/>
        <pc:sldMkLst>
          <pc:docMk/>
          <pc:sldMk cId="1729920591" sldId="276"/>
        </pc:sldMkLst>
      </pc:sldChg>
      <pc:sldChg chg="add del">
        <pc:chgData name="Zhao, Jie" userId="7be6526a-30ba-445c-b3a9-aabf2c8f5828" providerId="ADAL" clId="{5A4CCCA5-450F-4BCD-9EBD-CDC34DA87434}" dt="2023-08-27T03:22:22.625" v="401" actId="47"/>
        <pc:sldMkLst>
          <pc:docMk/>
          <pc:sldMk cId="1187302016" sldId="277"/>
        </pc:sldMkLst>
      </pc:sldChg>
      <pc:sldChg chg="addSp modSp mod">
        <pc:chgData name="Zhao, Jie" userId="7be6526a-30ba-445c-b3a9-aabf2c8f5828" providerId="ADAL" clId="{5A4CCCA5-450F-4BCD-9EBD-CDC34DA87434}" dt="2023-08-27T02:53:49.355" v="70" actId="1076"/>
        <pc:sldMkLst>
          <pc:docMk/>
          <pc:sldMk cId="3760905314" sldId="281"/>
        </pc:sldMkLst>
      </pc:sldChg>
      <pc:sldChg chg="modSp add mod">
        <pc:chgData name="Zhao, Jie" userId="7be6526a-30ba-445c-b3a9-aabf2c8f5828" providerId="ADAL" clId="{5A4CCCA5-450F-4BCD-9EBD-CDC34DA87434}" dt="2023-08-27T03:17:07.417" v="352" actId="15"/>
        <pc:sldMkLst>
          <pc:docMk/>
          <pc:sldMk cId="1372093517" sldId="282"/>
        </pc:sldMkLst>
      </pc:sldChg>
      <pc:sldChg chg="modSp add del mod">
        <pc:chgData name="Zhao, Jie" userId="7be6526a-30ba-445c-b3a9-aabf2c8f5828" providerId="ADAL" clId="{5A4CCCA5-450F-4BCD-9EBD-CDC34DA87434}" dt="2023-08-27T03:21:35.224" v="392" actId="47"/>
        <pc:sldMkLst>
          <pc:docMk/>
          <pc:sldMk cId="2631880895" sldId="283"/>
        </pc:sldMkLst>
      </pc:sldChg>
      <pc:sldChg chg="addSp delSp modSp add del mod">
        <pc:chgData name="Zhao, Jie" userId="7be6526a-30ba-445c-b3a9-aabf2c8f5828" providerId="ADAL" clId="{5A4CCCA5-450F-4BCD-9EBD-CDC34DA87434}" dt="2023-08-27T03:22:12.646" v="400" actId="1076"/>
        <pc:sldMkLst>
          <pc:docMk/>
          <pc:sldMk cId="3121208546" sldId="284"/>
        </pc:sldMkLst>
      </pc:sldChg>
    </pc:docChg>
  </pc:docChgLst>
  <pc:docChgLst>
    <pc:chgData name="Zhao, Jie" userId="7be6526a-30ba-445c-b3a9-aabf2c8f5828" providerId="ADAL" clId="{B6688E9C-CE59-400B-B112-E6116AA3F089}"/>
    <pc:docChg chg="undo custSel delSld modSld">
      <pc:chgData name="Zhao, Jie" userId="7be6526a-30ba-445c-b3a9-aabf2c8f5828" providerId="ADAL" clId="{B6688E9C-CE59-400B-B112-E6116AA3F089}" dt="2024-08-29T20:28:23.933" v="3380" actId="1076"/>
      <pc:docMkLst>
        <pc:docMk/>
      </pc:docMkLst>
      <pc:sldChg chg="modSp mod">
        <pc:chgData name="Zhao, Jie" userId="7be6526a-30ba-445c-b3a9-aabf2c8f5828" providerId="ADAL" clId="{B6688E9C-CE59-400B-B112-E6116AA3F089}" dt="2024-08-27T21:27:20.314" v="26" actId="20577"/>
        <pc:sldMkLst>
          <pc:docMk/>
          <pc:sldMk cId="2199995263" sldId="256"/>
        </pc:sldMkLst>
      </pc:sldChg>
      <pc:sldChg chg="modSp mod">
        <pc:chgData name="Zhao, Jie" userId="7be6526a-30ba-445c-b3a9-aabf2c8f5828" providerId="ADAL" clId="{B6688E9C-CE59-400B-B112-E6116AA3F089}" dt="2024-08-27T21:27:31.746" v="28" actId="20577"/>
        <pc:sldMkLst>
          <pc:docMk/>
          <pc:sldMk cId="4038797967" sldId="257"/>
        </pc:sldMkLst>
      </pc:sldChg>
      <pc:sldChg chg="modSp mod">
        <pc:chgData name="Zhao, Jie" userId="7be6526a-30ba-445c-b3a9-aabf2c8f5828" providerId="ADAL" clId="{B6688E9C-CE59-400B-B112-E6116AA3F089}" dt="2024-08-27T21:31:15.704" v="519" actId="20577"/>
        <pc:sldMkLst>
          <pc:docMk/>
          <pc:sldMk cId="3760905314" sldId="281"/>
        </pc:sldMkLst>
      </pc:sldChg>
      <pc:sldChg chg="modSp mod">
        <pc:chgData name="Zhao, Jie" userId="7be6526a-30ba-445c-b3a9-aabf2c8f5828" providerId="ADAL" clId="{B6688E9C-CE59-400B-B112-E6116AA3F089}" dt="2024-08-27T21:35:59.700" v="1148" actId="15"/>
        <pc:sldMkLst>
          <pc:docMk/>
          <pc:sldMk cId="3475695164" sldId="285"/>
        </pc:sldMkLst>
      </pc:sldChg>
      <pc:sldChg chg="del">
        <pc:chgData name="Zhao, Jie" userId="7be6526a-30ba-445c-b3a9-aabf2c8f5828" providerId="ADAL" clId="{B6688E9C-CE59-400B-B112-E6116AA3F089}" dt="2024-08-27T21:39:58.414" v="1751" actId="2696"/>
        <pc:sldMkLst>
          <pc:docMk/>
          <pc:sldMk cId="951489133" sldId="286"/>
        </pc:sldMkLst>
      </pc:sldChg>
      <pc:sldChg chg="modSp mod">
        <pc:chgData name="Zhao, Jie" userId="7be6526a-30ba-445c-b3a9-aabf2c8f5828" providerId="ADAL" clId="{B6688E9C-CE59-400B-B112-E6116AA3F089}" dt="2024-08-27T21:47:29.462" v="2284" actId="20577"/>
        <pc:sldMkLst>
          <pc:docMk/>
          <pc:sldMk cId="1344119544" sldId="287"/>
        </pc:sldMkLst>
      </pc:sldChg>
      <pc:sldChg chg="addSp delSp modSp mod">
        <pc:chgData name="Zhao, Jie" userId="7be6526a-30ba-445c-b3a9-aabf2c8f5828" providerId="ADAL" clId="{B6688E9C-CE59-400B-B112-E6116AA3F089}" dt="2024-08-27T21:49:56.552" v="2353" actId="1076"/>
        <pc:sldMkLst>
          <pc:docMk/>
          <pc:sldMk cId="2880740745" sldId="288"/>
        </pc:sldMkLst>
      </pc:sldChg>
      <pc:sldChg chg="addSp delSp modSp mod">
        <pc:chgData name="Zhao, Jie" userId="7be6526a-30ba-445c-b3a9-aabf2c8f5828" providerId="ADAL" clId="{B6688E9C-CE59-400B-B112-E6116AA3F089}" dt="2024-08-29T20:28:23.933" v="3380" actId="1076"/>
        <pc:sldMkLst>
          <pc:docMk/>
          <pc:sldMk cId="2790480711" sldId="289"/>
        </pc:sldMkLst>
      </pc:sldChg>
      <pc:sldChg chg="modSp mod">
        <pc:chgData name="Zhao, Jie" userId="7be6526a-30ba-445c-b3a9-aabf2c8f5828" providerId="ADAL" clId="{B6688E9C-CE59-400B-B112-E6116AA3F089}" dt="2024-08-27T21:58:19.777" v="3377" actId="20577"/>
        <pc:sldMkLst>
          <pc:docMk/>
          <pc:sldMk cId="1834639436" sldId="290"/>
        </pc:sldMkLst>
      </pc:sldChg>
      <pc:sldChg chg="del">
        <pc:chgData name="Zhao, Jie" userId="7be6526a-30ba-445c-b3a9-aabf2c8f5828" providerId="ADAL" clId="{B6688E9C-CE59-400B-B112-E6116AA3F089}" dt="2024-08-27T21:58:32.439" v="3378" actId="47"/>
        <pc:sldMkLst>
          <pc:docMk/>
          <pc:sldMk cId="941714667" sldId="291"/>
        </pc:sldMkLst>
      </pc:sldChg>
      <pc:sldChg chg="del">
        <pc:chgData name="Zhao, Jie" userId="7be6526a-30ba-445c-b3a9-aabf2c8f5828" providerId="ADAL" clId="{B6688E9C-CE59-400B-B112-E6116AA3F089}" dt="2024-08-27T21:58:34.155" v="3379" actId="47"/>
        <pc:sldMkLst>
          <pc:docMk/>
          <pc:sldMk cId="4226161942" sldId="292"/>
        </pc:sldMkLst>
      </pc:sldChg>
      <pc:sldChg chg="modSp mod">
        <pc:chgData name="Zhao, Jie" userId="7be6526a-30ba-445c-b3a9-aabf2c8f5828" providerId="ADAL" clId="{B6688E9C-CE59-400B-B112-E6116AA3F089}" dt="2024-08-27T21:39:47.456" v="1750" actId="20577"/>
        <pc:sldMkLst>
          <pc:docMk/>
          <pc:sldMk cId="1600943045" sldId="293"/>
        </pc:sldMkLst>
      </pc:sldChg>
    </pc:docChg>
  </pc:docChgLst>
  <pc:docChgLst>
    <pc:chgData name="Zhao, Jie" userId="7be6526a-30ba-445c-b3a9-aabf2c8f5828" providerId="ADAL" clId="{B25185F0-38F7-441D-B262-87DF8B225469}"/>
    <pc:docChg chg="custSel modSld">
      <pc:chgData name="Zhao, Jie" userId="7be6526a-30ba-445c-b3a9-aabf2c8f5828" providerId="ADAL" clId="{B25185F0-38F7-441D-B262-87DF8B225469}" dt="2025-02-05T21:35:03.209" v="42" actId="20577"/>
      <pc:docMkLst>
        <pc:docMk/>
      </pc:docMkLst>
      <pc:sldChg chg="modSp mod">
        <pc:chgData name="Zhao, Jie" userId="7be6526a-30ba-445c-b3a9-aabf2c8f5828" providerId="ADAL" clId="{B25185F0-38F7-441D-B262-87DF8B225469}" dt="2025-02-05T21:35:03.209" v="42" actId="20577"/>
        <pc:sldMkLst>
          <pc:docMk/>
          <pc:sldMk cId="2199995263" sldId="256"/>
        </pc:sldMkLst>
      </pc:sldChg>
      <pc:sldChg chg="modSp mod">
        <pc:chgData name="Zhao, Jie" userId="7be6526a-30ba-445c-b3a9-aabf2c8f5828" providerId="ADAL" clId="{B25185F0-38F7-441D-B262-87DF8B225469}" dt="2025-02-05T21:16:47.334" v="30"/>
        <pc:sldMkLst>
          <pc:docMk/>
          <pc:sldMk cId="4209100737" sldId="305"/>
        </pc:sldMkLst>
      </pc:sldChg>
    </pc:docChg>
  </pc:docChgLst>
  <pc:docChgLst>
    <pc:chgData name="Zhao, Jie" userId="7be6526a-30ba-445c-b3a9-aabf2c8f5828" providerId="ADAL" clId="{2503296D-AD03-47A4-851C-DFF8D6C78572}"/>
    <pc:docChg chg="undo custSel addSld delSld modSld">
      <pc:chgData name="Zhao, Jie" userId="7be6526a-30ba-445c-b3a9-aabf2c8f5828" providerId="ADAL" clId="{2503296D-AD03-47A4-851C-DFF8D6C78572}" dt="2024-01-09T20:57:43.708" v="176" actId="2696"/>
      <pc:docMkLst>
        <pc:docMk/>
      </pc:docMkLst>
      <pc:sldChg chg="modSp mod">
        <pc:chgData name="Zhao, Jie" userId="7be6526a-30ba-445c-b3a9-aabf2c8f5828" providerId="ADAL" clId="{2503296D-AD03-47A4-851C-DFF8D6C78572}" dt="2024-01-09T20:47:45.911" v="5" actId="20577"/>
        <pc:sldMkLst>
          <pc:docMk/>
          <pc:sldMk cId="2199995263" sldId="256"/>
        </pc:sldMkLst>
      </pc:sldChg>
      <pc:sldChg chg="del">
        <pc:chgData name="Zhao, Jie" userId="7be6526a-30ba-445c-b3a9-aabf2c8f5828" providerId="ADAL" clId="{2503296D-AD03-47A4-851C-DFF8D6C78572}" dt="2024-01-09T20:48:53.769" v="51" actId="47"/>
        <pc:sldMkLst>
          <pc:docMk/>
          <pc:sldMk cId="3156249041" sldId="258"/>
        </pc:sldMkLst>
      </pc:sldChg>
      <pc:sldChg chg="del">
        <pc:chgData name="Zhao, Jie" userId="7be6526a-30ba-445c-b3a9-aabf2c8f5828" providerId="ADAL" clId="{2503296D-AD03-47A4-851C-DFF8D6C78572}" dt="2024-01-09T20:52:26.665" v="100" actId="47"/>
        <pc:sldMkLst>
          <pc:docMk/>
          <pc:sldMk cId="2542695608" sldId="259"/>
        </pc:sldMkLst>
      </pc:sldChg>
      <pc:sldChg chg="del">
        <pc:chgData name="Zhao, Jie" userId="7be6526a-30ba-445c-b3a9-aabf2c8f5828" providerId="ADAL" clId="{2503296D-AD03-47A4-851C-DFF8D6C78572}" dt="2024-01-09T20:52:28.656" v="101" actId="47"/>
        <pc:sldMkLst>
          <pc:docMk/>
          <pc:sldMk cId="2611632535" sldId="260"/>
        </pc:sldMkLst>
      </pc:sldChg>
      <pc:sldChg chg="del">
        <pc:chgData name="Zhao, Jie" userId="7be6526a-30ba-445c-b3a9-aabf2c8f5828" providerId="ADAL" clId="{2503296D-AD03-47A4-851C-DFF8D6C78572}" dt="2024-01-09T20:52:30.239" v="102" actId="47"/>
        <pc:sldMkLst>
          <pc:docMk/>
          <pc:sldMk cId="2971324342" sldId="261"/>
        </pc:sldMkLst>
      </pc:sldChg>
      <pc:sldChg chg="del">
        <pc:chgData name="Zhao, Jie" userId="7be6526a-30ba-445c-b3a9-aabf2c8f5828" providerId="ADAL" clId="{2503296D-AD03-47A4-851C-DFF8D6C78572}" dt="2024-01-09T20:52:31.312" v="103" actId="47"/>
        <pc:sldMkLst>
          <pc:docMk/>
          <pc:sldMk cId="3086728423" sldId="262"/>
        </pc:sldMkLst>
      </pc:sldChg>
      <pc:sldChg chg="del">
        <pc:chgData name="Zhao, Jie" userId="7be6526a-30ba-445c-b3a9-aabf2c8f5828" providerId="ADAL" clId="{2503296D-AD03-47A4-851C-DFF8D6C78572}" dt="2024-01-09T20:52:32.142" v="104" actId="47"/>
        <pc:sldMkLst>
          <pc:docMk/>
          <pc:sldMk cId="6743112" sldId="263"/>
        </pc:sldMkLst>
      </pc:sldChg>
      <pc:sldChg chg="del">
        <pc:chgData name="Zhao, Jie" userId="7be6526a-30ba-445c-b3a9-aabf2c8f5828" providerId="ADAL" clId="{2503296D-AD03-47A4-851C-DFF8D6C78572}" dt="2024-01-09T20:55:17.084" v="172" actId="2696"/>
        <pc:sldMkLst>
          <pc:docMk/>
          <pc:sldMk cId="1037891018" sldId="264"/>
        </pc:sldMkLst>
      </pc:sldChg>
      <pc:sldChg chg="del">
        <pc:chgData name="Zhao, Jie" userId="7be6526a-30ba-445c-b3a9-aabf2c8f5828" providerId="ADAL" clId="{2503296D-AD03-47A4-851C-DFF8D6C78572}" dt="2024-01-09T20:55:57.934" v="175" actId="47"/>
        <pc:sldMkLst>
          <pc:docMk/>
          <pc:sldMk cId="3727919707" sldId="265"/>
        </pc:sldMkLst>
      </pc:sldChg>
      <pc:sldChg chg="addSp delSp modSp mod">
        <pc:chgData name="Zhao, Jie" userId="7be6526a-30ba-445c-b3a9-aabf2c8f5828" providerId="ADAL" clId="{2503296D-AD03-47A4-851C-DFF8D6C78572}" dt="2024-01-09T20:54:36.659" v="171" actId="1076"/>
        <pc:sldMkLst>
          <pc:docMk/>
          <pc:sldMk cId="3760905314" sldId="281"/>
        </pc:sldMkLst>
      </pc:sldChg>
      <pc:sldChg chg="del">
        <pc:chgData name="Zhao, Jie" userId="7be6526a-30ba-445c-b3a9-aabf2c8f5828" providerId="ADAL" clId="{2503296D-AD03-47A4-851C-DFF8D6C78572}" dt="2024-01-09T20:57:43.708" v="176" actId="2696"/>
        <pc:sldMkLst>
          <pc:docMk/>
          <pc:sldMk cId="1372093517" sldId="282"/>
        </pc:sldMkLst>
      </pc:sldChg>
      <pc:sldChg chg="add del">
        <pc:chgData name="Zhao, Jie" userId="7be6526a-30ba-445c-b3a9-aabf2c8f5828" providerId="ADAL" clId="{2503296D-AD03-47A4-851C-DFF8D6C78572}" dt="2024-01-09T20:55:42.650" v="174" actId="2890"/>
        <pc:sldMkLst>
          <pc:docMk/>
          <pc:sldMk cId="183229764" sldId="285"/>
        </pc:sldMkLst>
      </pc:sldChg>
    </pc:docChg>
  </pc:docChgLst>
  <pc:docChgLst>
    <pc:chgData name="Zhao, Jie" userId="7be6526a-30ba-445c-b3a9-aabf2c8f5828" providerId="ADAL" clId="{050B320A-64D1-4AC9-9C5D-134126A50FFB}"/>
    <pc:docChg chg="undo custSel addSld modSld">
      <pc:chgData name="Zhao, Jie" userId="7be6526a-30ba-445c-b3a9-aabf2c8f5828" providerId="ADAL" clId="{050B320A-64D1-4AC9-9C5D-134126A50FFB}" dt="2024-08-27T21:26:29.615" v="988" actId="207"/>
      <pc:docMkLst>
        <pc:docMk/>
      </pc:docMkLst>
      <pc:sldChg chg="modSp mod">
        <pc:chgData name="Zhao, Jie" userId="7be6526a-30ba-445c-b3a9-aabf2c8f5828" providerId="ADAL" clId="{050B320A-64D1-4AC9-9C5D-134126A50FFB}" dt="2024-08-27T21:25:36.103" v="978" actId="207"/>
        <pc:sldMkLst>
          <pc:docMk/>
          <pc:sldMk cId="3760905314" sldId="281"/>
        </pc:sldMkLst>
      </pc:sldChg>
      <pc:sldChg chg="modSp mod">
        <pc:chgData name="Zhao, Jie" userId="7be6526a-30ba-445c-b3a9-aabf2c8f5828" providerId="ADAL" clId="{050B320A-64D1-4AC9-9C5D-134126A50FFB}" dt="2024-08-27T21:25:49.780" v="980" actId="207"/>
        <pc:sldMkLst>
          <pc:docMk/>
          <pc:sldMk cId="3475695164" sldId="285"/>
        </pc:sldMkLst>
      </pc:sldChg>
      <pc:sldChg chg="addSp delSp modSp mod">
        <pc:chgData name="Zhao, Jie" userId="7be6526a-30ba-445c-b3a9-aabf2c8f5828" providerId="ADAL" clId="{050B320A-64D1-4AC9-9C5D-134126A50FFB}" dt="2024-08-27T21:25:57.950" v="982" actId="207"/>
        <pc:sldMkLst>
          <pc:docMk/>
          <pc:sldMk cId="951489133" sldId="286"/>
        </pc:sldMkLst>
      </pc:sldChg>
      <pc:sldChg chg="modSp mod">
        <pc:chgData name="Zhao, Jie" userId="7be6526a-30ba-445c-b3a9-aabf2c8f5828" providerId="ADAL" clId="{050B320A-64D1-4AC9-9C5D-134126A50FFB}" dt="2024-08-27T21:26:05.463" v="983" actId="207"/>
        <pc:sldMkLst>
          <pc:docMk/>
          <pc:sldMk cId="1344119544" sldId="287"/>
        </pc:sldMkLst>
      </pc:sldChg>
      <pc:sldChg chg="modSp mod">
        <pc:chgData name="Zhao, Jie" userId="7be6526a-30ba-445c-b3a9-aabf2c8f5828" providerId="ADAL" clId="{050B320A-64D1-4AC9-9C5D-134126A50FFB}" dt="2024-08-27T21:26:11.705" v="984" actId="207"/>
        <pc:sldMkLst>
          <pc:docMk/>
          <pc:sldMk cId="2880740745" sldId="288"/>
        </pc:sldMkLst>
      </pc:sldChg>
      <pc:sldChg chg="modSp mod">
        <pc:chgData name="Zhao, Jie" userId="7be6526a-30ba-445c-b3a9-aabf2c8f5828" providerId="ADAL" clId="{050B320A-64D1-4AC9-9C5D-134126A50FFB}" dt="2024-08-27T21:26:15.742" v="985" actId="207"/>
        <pc:sldMkLst>
          <pc:docMk/>
          <pc:sldMk cId="2790480711" sldId="289"/>
        </pc:sldMkLst>
      </pc:sldChg>
      <pc:sldChg chg="modSp mod">
        <pc:chgData name="Zhao, Jie" userId="7be6526a-30ba-445c-b3a9-aabf2c8f5828" providerId="ADAL" clId="{050B320A-64D1-4AC9-9C5D-134126A50FFB}" dt="2024-08-27T21:26:20.585" v="986" actId="207"/>
        <pc:sldMkLst>
          <pc:docMk/>
          <pc:sldMk cId="1834639436" sldId="290"/>
        </pc:sldMkLst>
      </pc:sldChg>
      <pc:sldChg chg="modSp mod">
        <pc:chgData name="Zhao, Jie" userId="7be6526a-30ba-445c-b3a9-aabf2c8f5828" providerId="ADAL" clId="{050B320A-64D1-4AC9-9C5D-134126A50FFB}" dt="2024-08-27T21:26:24.095" v="987" actId="207"/>
        <pc:sldMkLst>
          <pc:docMk/>
          <pc:sldMk cId="941714667" sldId="291"/>
        </pc:sldMkLst>
      </pc:sldChg>
      <pc:sldChg chg="modSp mod">
        <pc:chgData name="Zhao, Jie" userId="7be6526a-30ba-445c-b3a9-aabf2c8f5828" providerId="ADAL" clId="{050B320A-64D1-4AC9-9C5D-134126A50FFB}" dt="2024-08-27T21:26:29.615" v="988" actId="207"/>
        <pc:sldMkLst>
          <pc:docMk/>
          <pc:sldMk cId="4226161942" sldId="292"/>
        </pc:sldMkLst>
      </pc:sldChg>
      <pc:sldChg chg="modSp add mod">
        <pc:chgData name="Zhao, Jie" userId="7be6526a-30ba-445c-b3a9-aabf2c8f5828" providerId="ADAL" clId="{050B320A-64D1-4AC9-9C5D-134126A50FFB}" dt="2024-08-27T21:25:53.971" v="981" actId="207"/>
        <pc:sldMkLst>
          <pc:docMk/>
          <pc:sldMk cId="1600943045" sldId="293"/>
        </pc:sldMkLst>
      </pc:sldChg>
    </pc:docChg>
  </pc:docChgLst>
  <pc:docChgLst>
    <pc:chgData name="Zhao, Jie" userId="7be6526a-30ba-445c-b3a9-aabf2c8f5828" providerId="ADAL" clId="{DA3AECA4-66D2-4350-A4B9-9142AC45AD15}"/>
    <pc:docChg chg="undo custSel addSld delSld modSld sldOrd">
      <pc:chgData name="Zhao, Jie" userId="7be6526a-30ba-445c-b3a9-aabf2c8f5828" providerId="ADAL" clId="{DA3AECA4-66D2-4350-A4B9-9142AC45AD15}" dt="2024-09-16T18:59:03.468" v="536" actId="20577"/>
      <pc:docMkLst>
        <pc:docMk/>
      </pc:docMkLst>
      <pc:sldChg chg="modSp mod">
        <pc:chgData name="Zhao, Jie" userId="7be6526a-30ba-445c-b3a9-aabf2c8f5828" providerId="ADAL" clId="{DA3AECA4-66D2-4350-A4B9-9142AC45AD15}" dt="2024-09-16T16:00:34.781" v="32" actId="20577"/>
        <pc:sldMkLst>
          <pc:docMk/>
          <pc:sldMk cId="2199995263" sldId="256"/>
        </pc:sldMkLst>
      </pc:sldChg>
      <pc:sldChg chg="del">
        <pc:chgData name="Zhao, Jie" userId="7be6526a-30ba-445c-b3a9-aabf2c8f5828" providerId="ADAL" clId="{DA3AECA4-66D2-4350-A4B9-9142AC45AD15}" dt="2024-09-16T16:20:29.039" v="490" actId="47"/>
        <pc:sldMkLst>
          <pc:docMk/>
          <pc:sldMk cId="4038797967" sldId="257"/>
        </pc:sldMkLst>
      </pc:sldChg>
      <pc:sldChg chg="addSp modSp mod">
        <pc:chgData name="Zhao, Jie" userId="7be6526a-30ba-445c-b3a9-aabf2c8f5828" providerId="ADAL" clId="{DA3AECA4-66D2-4350-A4B9-9142AC45AD15}" dt="2024-09-16T16:03:50.124" v="201" actId="1035"/>
        <pc:sldMkLst>
          <pc:docMk/>
          <pc:sldMk cId="3760905314" sldId="281"/>
        </pc:sldMkLst>
      </pc:sldChg>
      <pc:sldChg chg="addSp delSp modSp mod ord setBg">
        <pc:chgData name="Zhao, Jie" userId="7be6526a-30ba-445c-b3a9-aabf2c8f5828" providerId="ADAL" clId="{DA3AECA4-66D2-4350-A4B9-9142AC45AD15}" dt="2024-09-16T16:09:39.887" v="372" actId="207"/>
        <pc:sldMkLst>
          <pc:docMk/>
          <pc:sldMk cId="3475695164" sldId="285"/>
        </pc:sldMkLst>
      </pc:sldChg>
      <pc:sldChg chg="del">
        <pc:chgData name="Zhao, Jie" userId="7be6526a-30ba-445c-b3a9-aabf2c8f5828" providerId="ADAL" clId="{DA3AECA4-66D2-4350-A4B9-9142AC45AD15}" dt="2024-09-16T16:22:40.746" v="492" actId="47"/>
        <pc:sldMkLst>
          <pc:docMk/>
          <pc:sldMk cId="1344119544" sldId="287"/>
        </pc:sldMkLst>
      </pc:sldChg>
      <pc:sldChg chg="del">
        <pc:chgData name="Zhao, Jie" userId="7be6526a-30ba-445c-b3a9-aabf2c8f5828" providerId="ADAL" clId="{DA3AECA4-66D2-4350-A4B9-9142AC45AD15}" dt="2024-09-16T16:22:41.123" v="493" actId="47"/>
        <pc:sldMkLst>
          <pc:docMk/>
          <pc:sldMk cId="1834639436" sldId="290"/>
        </pc:sldMkLst>
      </pc:sldChg>
      <pc:sldChg chg="del">
        <pc:chgData name="Zhao, Jie" userId="7be6526a-30ba-445c-b3a9-aabf2c8f5828" providerId="ADAL" clId="{DA3AECA4-66D2-4350-A4B9-9142AC45AD15}" dt="2024-09-16T16:22:40.389" v="491" actId="47"/>
        <pc:sldMkLst>
          <pc:docMk/>
          <pc:sldMk cId="1600943045" sldId="293"/>
        </pc:sldMkLst>
      </pc:sldChg>
      <pc:sldChg chg="del">
        <pc:chgData name="Zhao, Jie" userId="7be6526a-30ba-445c-b3a9-aabf2c8f5828" providerId="ADAL" clId="{DA3AECA4-66D2-4350-A4B9-9142AC45AD15}" dt="2024-09-16T16:22:41.409" v="494" actId="47"/>
        <pc:sldMkLst>
          <pc:docMk/>
          <pc:sldMk cId="3647568943" sldId="295"/>
        </pc:sldMkLst>
      </pc:sldChg>
      <pc:sldChg chg="del">
        <pc:chgData name="Zhao, Jie" userId="7be6526a-30ba-445c-b3a9-aabf2c8f5828" providerId="ADAL" clId="{DA3AECA4-66D2-4350-A4B9-9142AC45AD15}" dt="2024-09-16T16:22:41.610" v="495" actId="47"/>
        <pc:sldMkLst>
          <pc:docMk/>
          <pc:sldMk cId="2102985497" sldId="296"/>
        </pc:sldMkLst>
      </pc:sldChg>
      <pc:sldChg chg="del">
        <pc:chgData name="Zhao, Jie" userId="7be6526a-30ba-445c-b3a9-aabf2c8f5828" providerId="ADAL" clId="{DA3AECA4-66D2-4350-A4B9-9142AC45AD15}" dt="2024-09-16T16:22:41.789" v="496" actId="47"/>
        <pc:sldMkLst>
          <pc:docMk/>
          <pc:sldMk cId="3771429496" sldId="297"/>
        </pc:sldMkLst>
      </pc:sldChg>
      <pc:sldChg chg="del">
        <pc:chgData name="Zhao, Jie" userId="7be6526a-30ba-445c-b3a9-aabf2c8f5828" providerId="ADAL" clId="{DA3AECA4-66D2-4350-A4B9-9142AC45AD15}" dt="2024-09-16T16:22:42.213" v="497" actId="47"/>
        <pc:sldMkLst>
          <pc:docMk/>
          <pc:sldMk cId="3733652109" sldId="298"/>
        </pc:sldMkLst>
      </pc:sldChg>
      <pc:sldChg chg="del">
        <pc:chgData name="Zhao, Jie" userId="7be6526a-30ba-445c-b3a9-aabf2c8f5828" providerId="ADAL" clId="{DA3AECA4-66D2-4350-A4B9-9142AC45AD15}" dt="2024-09-16T16:22:42.564" v="498" actId="47"/>
        <pc:sldMkLst>
          <pc:docMk/>
          <pc:sldMk cId="1962113866" sldId="299"/>
        </pc:sldMkLst>
      </pc:sldChg>
      <pc:sldChg chg="del">
        <pc:chgData name="Zhao, Jie" userId="7be6526a-30ba-445c-b3a9-aabf2c8f5828" providerId="ADAL" clId="{DA3AECA4-66D2-4350-A4B9-9142AC45AD15}" dt="2024-09-16T16:22:42.950" v="499" actId="47"/>
        <pc:sldMkLst>
          <pc:docMk/>
          <pc:sldMk cId="2423630258" sldId="300"/>
        </pc:sldMkLst>
      </pc:sldChg>
      <pc:sldChg chg="addSp delSp modSp add mod">
        <pc:chgData name="Zhao, Jie" userId="7be6526a-30ba-445c-b3a9-aabf2c8f5828" providerId="ADAL" clId="{DA3AECA4-66D2-4350-A4B9-9142AC45AD15}" dt="2024-09-16T16:03:55.525" v="204" actId="1035"/>
        <pc:sldMkLst>
          <pc:docMk/>
          <pc:sldMk cId="6708950" sldId="301"/>
        </pc:sldMkLst>
      </pc:sldChg>
      <pc:sldChg chg="addSp delSp modSp add mod ord">
        <pc:chgData name="Zhao, Jie" userId="7be6526a-30ba-445c-b3a9-aabf2c8f5828" providerId="ADAL" clId="{DA3AECA4-66D2-4350-A4B9-9142AC45AD15}" dt="2024-09-16T18:59:03.468" v="536" actId="20577"/>
        <pc:sldMkLst>
          <pc:docMk/>
          <pc:sldMk cId="2915334604" sldId="302"/>
        </pc:sldMkLst>
      </pc:sldChg>
      <pc:sldChg chg="addSp delSp modSp add mod">
        <pc:chgData name="Zhao, Jie" userId="7be6526a-30ba-445c-b3a9-aabf2c8f5828" providerId="ADAL" clId="{DA3AECA4-66D2-4350-A4B9-9142AC45AD15}" dt="2024-09-16T16:11:55.039" v="430" actId="20577"/>
        <pc:sldMkLst>
          <pc:docMk/>
          <pc:sldMk cId="3716270855" sldId="303"/>
        </pc:sldMkLst>
      </pc:sldChg>
      <pc:sldChg chg="addSp delSp modSp add del mod">
        <pc:chgData name="Zhao, Jie" userId="7be6526a-30ba-445c-b3a9-aabf2c8f5828" providerId="ADAL" clId="{DA3AECA4-66D2-4350-A4B9-9142AC45AD15}" dt="2024-09-16T16:22:46.268" v="501" actId="47"/>
        <pc:sldMkLst>
          <pc:docMk/>
          <pc:sldMk cId="3016096703" sldId="304"/>
        </pc:sldMkLst>
      </pc:sldChg>
      <pc:sldChg chg="addSp delSp modSp add mod">
        <pc:chgData name="Zhao, Jie" userId="7be6526a-30ba-445c-b3a9-aabf2c8f5828" providerId="ADAL" clId="{DA3AECA4-66D2-4350-A4B9-9142AC45AD15}" dt="2024-09-16T16:10:51.088" v="397" actId="27636"/>
        <pc:sldMkLst>
          <pc:docMk/>
          <pc:sldMk cId="4209100737" sldId="305"/>
        </pc:sldMkLst>
      </pc:sldChg>
      <pc:sldChg chg="addSp delSp modSp add del mod setBg delDesignElem">
        <pc:chgData name="Zhao, Jie" userId="7be6526a-30ba-445c-b3a9-aabf2c8f5828" providerId="ADAL" clId="{DA3AECA4-66D2-4350-A4B9-9142AC45AD15}" dt="2024-09-16T16:13:47.451" v="444" actId="47"/>
        <pc:sldMkLst>
          <pc:docMk/>
          <pc:sldMk cId="2021138820" sldId="306"/>
        </pc:sldMkLst>
      </pc:sldChg>
      <pc:sldChg chg="addSp delSp modSp add mod setBg delDesignElem">
        <pc:chgData name="Zhao, Jie" userId="7be6526a-30ba-445c-b3a9-aabf2c8f5828" providerId="ADAL" clId="{DA3AECA4-66D2-4350-A4B9-9142AC45AD15}" dt="2024-09-16T16:15:13.873" v="458" actId="14734"/>
        <pc:sldMkLst>
          <pc:docMk/>
          <pc:sldMk cId="3032052043" sldId="306"/>
        </pc:sldMkLst>
      </pc:sldChg>
    </pc:docChg>
  </pc:docChgLst>
  <pc:docChgLst>
    <pc:chgData name="Zhao, Jie" userId="7be6526a-30ba-445c-b3a9-aabf2c8f5828" providerId="ADAL" clId="{7B0316E1-0215-4695-93E3-429D72ACCF2C}"/>
    <pc:docChg chg="undo redo custSel addSld delSld modSld sldOrd">
      <pc:chgData name="Zhao, Jie" userId="7be6526a-30ba-445c-b3a9-aabf2c8f5828" providerId="ADAL" clId="{7B0316E1-0215-4695-93E3-429D72ACCF2C}" dt="2024-09-04T18:09:08.540" v="5644" actId="207"/>
      <pc:docMkLst>
        <pc:docMk/>
      </pc:docMkLst>
      <pc:sldChg chg="modSp mod">
        <pc:chgData name="Zhao, Jie" userId="7be6526a-30ba-445c-b3a9-aabf2c8f5828" providerId="ADAL" clId="{7B0316E1-0215-4695-93E3-429D72ACCF2C}" dt="2024-09-03T18:57:24.758" v="12"/>
        <pc:sldMkLst>
          <pc:docMk/>
          <pc:sldMk cId="2199995263" sldId="256"/>
        </pc:sldMkLst>
      </pc:sldChg>
      <pc:sldChg chg="modSp mod">
        <pc:chgData name="Zhao, Jie" userId="7be6526a-30ba-445c-b3a9-aabf2c8f5828" providerId="ADAL" clId="{7B0316E1-0215-4695-93E3-429D72ACCF2C}" dt="2024-09-03T18:57:50.224" v="15" actId="20577"/>
        <pc:sldMkLst>
          <pc:docMk/>
          <pc:sldMk cId="4038797967" sldId="257"/>
        </pc:sldMkLst>
      </pc:sldChg>
      <pc:sldChg chg="modSp mod">
        <pc:chgData name="Zhao, Jie" userId="7be6526a-30ba-445c-b3a9-aabf2c8f5828" providerId="ADAL" clId="{7B0316E1-0215-4695-93E3-429D72ACCF2C}" dt="2024-09-04T18:01:16.280" v="5624" actId="13926"/>
        <pc:sldMkLst>
          <pc:docMk/>
          <pc:sldMk cId="3760905314" sldId="281"/>
        </pc:sldMkLst>
      </pc:sldChg>
      <pc:sldChg chg="modSp mod">
        <pc:chgData name="Zhao, Jie" userId="7be6526a-30ba-445c-b3a9-aabf2c8f5828" providerId="ADAL" clId="{7B0316E1-0215-4695-93E3-429D72ACCF2C}" dt="2024-09-04T17:53:04.693" v="5622" actId="13926"/>
        <pc:sldMkLst>
          <pc:docMk/>
          <pc:sldMk cId="3475695164" sldId="285"/>
        </pc:sldMkLst>
      </pc:sldChg>
      <pc:sldChg chg="modSp mod">
        <pc:chgData name="Zhao, Jie" userId="7be6526a-30ba-445c-b3a9-aabf2c8f5828" providerId="ADAL" clId="{7B0316E1-0215-4695-93E3-429D72ACCF2C}" dt="2024-09-04T18:06:07.939" v="5625" actId="255"/>
        <pc:sldMkLst>
          <pc:docMk/>
          <pc:sldMk cId="1344119544" sldId="287"/>
        </pc:sldMkLst>
      </pc:sldChg>
      <pc:sldChg chg="addSp delSp modSp mod">
        <pc:chgData name="Zhao, Jie" userId="7be6526a-30ba-445c-b3a9-aabf2c8f5828" providerId="ADAL" clId="{7B0316E1-0215-4695-93E3-429D72ACCF2C}" dt="2024-09-04T18:07:39.943" v="5632" actId="2711"/>
        <pc:sldMkLst>
          <pc:docMk/>
          <pc:sldMk cId="2880740745" sldId="288"/>
        </pc:sldMkLst>
      </pc:sldChg>
      <pc:sldChg chg="modSp del mod">
        <pc:chgData name="Zhao, Jie" userId="7be6526a-30ba-445c-b3a9-aabf2c8f5828" providerId="ADAL" clId="{7B0316E1-0215-4695-93E3-429D72ACCF2C}" dt="2024-09-03T19:22:50.217" v="2863" actId="47"/>
        <pc:sldMkLst>
          <pc:docMk/>
          <pc:sldMk cId="2790480711" sldId="289"/>
        </pc:sldMkLst>
      </pc:sldChg>
      <pc:sldChg chg="addSp delSp modSp mod">
        <pc:chgData name="Zhao, Jie" userId="7be6526a-30ba-445c-b3a9-aabf2c8f5828" providerId="ADAL" clId="{7B0316E1-0215-4695-93E3-429D72ACCF2C}" dt="2024-09-04T18:06:45.250" v="5626" actId="255"/>
        <pc:sldMkLst>
          <pc:docMk/>
          <pc:sldMk cId="1834639436" sldId="290"/>
        </pc:sldMkLst>
      </pc:sldChg>
      <pc:sldChg chg="modSp mod">
        <pc:chgData name="Zhao, Jie" userId="7be6526a-30ba-445c-b3a9-aabf2c8f5828" providerId="ADAL" clId="{7B0316E1-0215-4695-93E3-429D72ACCF2C}" dt="2024-09-03T19:14:02.967" v="2110" actId="20577"/>
        <pc:sldMkLst>
          <pc:docMk/>
          <pc:sldMk cId="1600943045" sldId="293"/>
        </pc:sldMkLst>
      </pc:sldChg>
      <pc:sldChg chg="addSp delSp modSp add mod">
        <pc:chgData name="Zhao, Jie" userId="7be6526a-30ba-445c-b3a9-aabf2c8f5828" providerId="ADAL" clId="{7B0316E1-0215-4695-93E3-429D72ACCF2C}" dt="2024-09-04T18:07:04.383" v="5628" actId="255"/>
        <pc:sldMkLst>
          <pc:docMk/>
          <pc:sldMk cId="1752000264" sldId="294"/>
        </pc:sldMkLst>
      </pc:sldChg>
      <pc:sldChg chg="modSp add mod">
        <pc:chgData name="Zhao, Jie" userId="7be6526a-30ba-445c-b3a9-aabf2c8f5828" providerId="ADAL" clId="{7B0316E1-0215-4695-93E3-429D72ACCF2C}" dt="2024-09-04T18:07:48.375" v="5633" actId="255"/>
        <pc:sldMkLst>
          <pc:docMk/>
          <pc:sldMk cId="3647568943" sldId="295"/>
        </pc:sldMkLst>
      </pc:sldChg>
      <pc:sldChg chg="addSp modSp add mod">
        <pc:chgData name="Zhao, Jie" userId="7be6526a-30ba-445c-b3a9-aabf2c8f5828" providerId="ADAL" clId="{7B0316E1-0215-4695-93E3-429D72ACCF2C}" dt="2024-09-04T18:08:31.187" v="5642" actId="1076"/>
        <pc:sldMkLst>
          <pc:docMk/>
          <pc:sldMk cId="2102985497" sldId="296"/>
        </pc:sldMkLst>
      </pc:sldChg>
      <pc:sldChg chg="addSp delSp modSp add mod ord">
        <pc:chgData name="Zhao, Jie" userId="7be6526a-30ba-445c-b3a9-aabf2c8f5828" providerId="ADAL" clId="{7B0316E1-0215-4695-93E3-429D72ACCF2C}" dt="2024-09-03T19:52:00.847" v="5536" actId="20577"/>
        <pc:sldMkLst>
          <pc:docMk/>
          <pc:sldMk cId="3771429496" sldId="297"/>
        </pc:sldMkLst>
      </pc:sldChg>
      <pc:sldChg chg="add del">
        <pc:chgData name="Zhao, Jie" userId="7be6526a-30ba-445c-b3a9-aabf2c8f5828" providerId="ADAL" clId="{7B0316E1-0215-4695-93E3-429D72ACCF2C}" dt="2024-09-03T19:52:22.198" v="5539" actId="47"/>
        <pc:sldMkLst>
          <pc:docMk/>
          <pc:sldMk cId="972577290" sldId="298"/>
        </pc:sldMkLst>
      </pc:sldChg>
      <pc:sldChg chg="add del">
        <pc:chgData name="Zhao, Jie" userId="7be6526a-30ba-445c-b3a9-aabf2c8f5828" providerId="ADAL" clId="{7B0316E1-0215-4695-93E3-429D72ACCF2C}" dt="2024-09-03T19:52:20.333" v="5538" actId="47"/>
        <pc:sldMkLst>
          <pc:docMk/>
          <pc:sldMk cId="3094690675" sldId="299"/>
        </pc:sldMkLst>
      </pc:sldChg>
      <pc:sldChg chg="addSp delSp modSp add mod">
        <pc:chgData name="Zhao, Jie" userId="7be6526a-30ba-445c-b3a9-aabf2c8f5828" providerId="ADAL" clId="{7B0316E1-0215-4695-93E3-429D72ACCF2C}" dt="2024-09-04T18:07:56.643" v="5635" actId="207"/>
        <pc:sldMkLst>
          <pc:docMk/>
          <pc:sldMk cId="377376240" sldId="300"/>
        </pc:sldMkLst>
      </pc:sldChg>
      <pc:sldChg chg="addSp delSp modSp add mod">
        <pc:chgData name="Zhao, Jie" userId="7be6526a-30ba-445c-b3a9-aabf2c8f5828" providerId="ADAL" clId="{7B0316E1-0215-4695-93E3-429D72ACCF2C}" dt="2024-09-04T18:09:08.540" v="5644" actId="207"/>
        <pc:sldMkLst>
          <pc:docMk/>
          <pc:sldMk cId="65876261" sldId="301"/>
        </pc:sldMkLst>
      </pc:sldChg>
    </pc:docChg>
  </pc:docChgLst>
  <pc:docChgLst>
    <pc:chgData name="Zhao, Jie" userId="7be6526a-30ba-445c-b3a9-aabf2c8f5828" providerId="ADAL" clId="{2FA0EB57-ED55-4F9D-98AB-6AF0FE778B7F}"/>
    <pc:docChg chg="undo custSel modSld sldOrd">
      <pc:chgData name="Zhao, Jie" userId="7be6526a-30ba-445c-b3a9-aabf2c8f5828" providerId="ADAL" clId="{2FA0EB57-ED55-4F9D-98AB-6AF0FE778B7F}" dt="2025-09-15T19:44:28.541" v="307" actId="20577"/>
      <pc:docMkLst>
        <pc:docMk/>
      </pc:docMkLst>
      <pc:sldChg chg="modSp mod">
        <pc:chgData name="Zhao, Jie" userId="7be6526a-30ba-445c-b3a9-aabf2c8f5828" providerId="ADAL" clId="{2FA0EB57-ED55-4F9D-98AB-6AF0FE778B7F}" dt="2025-09-15T16:01:18.767" v="3" actId="20577"/>
        <pc:sldMkLst>
          <pc:docMk/>
          <pc:sldMk cId="2199995263" sldId="256"/>
        </pc:sldMkLst>
        <pc:spChg chg="mod">
          <ac:chgData name="Zhao, Jie" userId="7be6526a-30ba-445c-b3a9-aabf2c8f5828" providerId="ADAL" clId="{2FA0EB57-ED55-4F9D-98AB-6AF0FE778B7F}" dt="2025-09-15T16:01:18.767" v="3" actId="20577"/>
          <ac:spMkLst>
            <pc:docMk/>
            <pc:sldMk cId="2199995263" sldId="256"/>
            <ac:spMk id="3" creationId="{2C5DF914-4B40-4A23-8AAC-9CFE7F215ACD}"/>
          </ac:spMkLst>
        </pc:spChg>
      </pc:sldChg>
      <pc:sldChg chg="addSp delSp modSp mod">
        <pc:chgData name="Zhao, Jie" userId="7be6526a-30ba-445c-b3a9-aabf2c8f5828" providerId="ADAL" clId="{2FA0EB57-ED55-4F9D-98AB-6AF0FE778B7F}" dt="2025-09-15T16:08:09.034" v="111" actId="1076"/>
        <pc:sldMkLst>
          <pc:docMk/>
          <pc:sldMk cId="3760905314" sldId="281"/>
        </pc:sldMkLst>
        <pc:spChg chg="mod">
          <ac:chgData name="Zhao, Jie" userId="7be6526a-30ba-445c-b3a9-aabf2c8f5828" providerId="ADAL" clId="{2FA0EB57-ED55-4F9D-98AB-6AF0FE778B7F}" dt="2025-09-15T16:08:09.034" v="111" actId="1076"/>
          <ac:spMkLst>
            <pc:docMk/>
            <pc:sldMk cId="3760905314" sldId="281"/>
            <ac:spMk id="3" creationId="{2C5DF914-4B40-4A23-8AAC-9CFE7F215ACD}"/>
          </ac:spMkLst>
        </pc:spChg>
        <pc:spChg chg="add del mod">
          <ac:chgData name="Zhao, Jie" userId="7be6526a-30ba-445c-b3a9-aabf2c8f5828" providerId="ADAL" clId="{2FA0EB57-ED55-4F9D-98AB-6AF0FE778B7F}" dt="2025-09-15T16:05:22.326" v="19" actId="478"/>
          <ac:spMkLst>
            <pc:docMk/>
            <pc:sldMk cId="3760905314" sldId="281"/>
            <ac:spMk id="5" creationId="{641F411D-01A4-848C-7543-ACDDA1D07AA9}"/>
          </ac:spMkLst>
        </pc:spChg>
      </pc:sldChg>
      <pc:sldChg chg="ord">
        <pc:chgData name="Zhao, Jie" userId="7be6526a-30ba-445c-b3a9-aabf2c8f5828" providerId="ADAL" clId="{2FA0EB57-ED55-4F9D-98AB-6AF0FE778B7F}" dt="2025-09-15T16:14:19.663" v="281"/>
        <pc:sldMkLst>
          <pc:docMk/>
          <pc:sldMk cId="3475695164" sldId="285"/>
        </pc:sldMkLst>
      </pc:sldChg>
      <pc:sldChg chg="modSp mod">
        <pc:chgData name="Zhao, Jie" userId="7be6526a-30ba-445c-b3a9-aabf2c8f5828" providerId="ADAL" clId="{2FA0EB57-ED55-4F9D-98AB-6AF0FE778B7F}" dt="2025-09-15T19:44:28.541" v="307" actId="20577"/>
        <pc:sldMkLst>
          <pc:docMk/>
          <pc:sldMk cId="6708950" sldId="301"/>
        </pc:sldMkLst>
        <pc:spChg chg="mod">
          <ac:chgData name="Zhao, Jie" userId="7be6526a-30ba-445c-b3a9-aabf2c8f5828" providerId="ADAL" clId="{2FA0EB57-ED55-4F9D-98AB-6AF0FE778B7F}" dt="2025-09-15T19:44:28.541" v="307" actId="20577"/>
          <ac:spMkLst>
            <pc:docMk/>
            <pc:sldMk cId="6708950" sldId="301"/>
            <ac:spMk id="3" creationId="{2C5DF914-4B40-4A23-8AAC-9CFE7F215ACD}"/>
          </ac:spMkLst>
        </pc:spChg>
      </pc:sldChg>
      <pc:sldChg chg="modSp mod">
        <pc:chgData name="Zhao, Jie" userId="7be6526a-30ba-445c-b3a9-aabf2c8f5828" providerId="ADAL" clId="{2FA0EB57-ED55-4F9D-98AB-6AF0FE778B7F}" dt="2025-09-15T19:21:32.327" v="296" actId="20577"/>
        <pc:sldMkLst>
          <pc:docMk/>
          <pc:sldMk cId="4209100737" sldId="305"/>
        </pc:sldMkLst>
        <pc:spChg chg="mod">
          <ac:chgData name="Zhao, Jie" userId="7be6526a-30ba-445c-b3a9-aabf2c8f5828" providerId="ADAL" clId="{2FA0EB57-ED55-4F9D-98AB-6AF0FE778B7F}" dt="2025-09-15T19:21:32.327" v="296" actId="20577"/>
          <ac:spMkLst>
            <pc:docMk/>
            <pc:sldMk cId="4209100737" sldId="305"/>
            <ac:spMk id="3" creationId="{2C5DF914-4B40-4A23-8AAC-9CFE7F215ACD}"/>
          </ac:spMkLst>
        </pc:spChg>
      </pc:sldChg>
    </pc:docChg>
  </pc:docChgLst>
  <pc:docChgLst>
    <pc:chgData name="Zhao, Jie" userId="7be6526a-30ba-445c-b3a9-aabf2c8f5828" providerId="ADAL" clId="{112D1BF4-4BAA-41FE-AE9C-CFCD87EDE11F}"/>
    <pc:docChg chg="undo custSel addSld delSld modSld sldOrd">
      <pc:chgData name="Zhao, Jie" userId="7be6526a-30ba-445c-b3a9-aabf2c8f5828" providerId="ADAL" clId="{112D1BF4-4BAA-41FE-AE9C-CFCD87EDE11F}" dt="2023-08-23T00:30:40.841" v="342" actId="47"/>
      <pc:docMkLst>
        <pc:docMk/>
      </pc:docMkLst>
      <pc:sldChg chg="modSp mod">
        <pc:chgData name="Zhao, Jie" userId="7be6526a-30ba-445c-b3a9-aabf2c8f5828" providerId="ADAL" clId="{112D1BF4-4BAA-41FE-AE9C-CFCD87EDE11F}" dt="2023-08-22T23:56:55.842" v="207" actId="1076"/>
        <pc:sldMkLst>
          <pc:docMk/>
          <pc:sldMk cId="2199995263" sldId="256"/>
        </pc:sldMkLst>
      </pc:sldChg>
      <pc:sldChg chg="modSp mod">
        <pc:chgData name="Zhao, Jie" userId="7be6526a-30ba-445c-b3a9-aabf2c8f5828" providerId="ADAL" clId="{112D1BF4-4BAA-41FE-AE9C-CFCD87EDE11F}" dt="2023-08-22T23:42:18.333" v="60" actId="122"/>
        <pc:sldMkLst>
          <pc:docMk/>
          <pc:sldMk cId="4038797967" sldId="257"/>
        </pc:sldMkLst>
      </pc:sldChg>
      <pc:sldChg chg="modSp add mod">
        <pc:chgData name="Zhao, Jie" userId="7be6526a-30ba-445c-b3a9-aabf2c8f5828" providerId="ADAL" clId="{112D1BF4-4BAA-41FE-AE9C-CFCD87EDE11F}" dt="2023-08-23T00:01:52.882" v="252" actId="114"/>
        <pc:sldMkLst>
          <pc:docMk/>
          <pc:sldMk cId="3156249041" sldId="258"/>
        </pc:sldMkLst>
      </pc:sldChg>
      <pc:sldChg chg="addSp delSp modSp add mod">
        <pc:chgData name="Zhao, Jie" userId="7be6526a-30ba-445c-b3a9-aabf2c8f5828" providerId="ADAL" clId="{112D1BF4-4BAA-41FE-AE9C-CFCD87EDE11F}" dt="2023-08-23T00:05:08.681" v="281" actId="113"/>
        <pc:sldMkLst>
          <pc:docMk/>
          <pc:sldMk cId="2542695608" sldId="259"/>
        </pc:sldMkLst>
      </pc:sldChg>
      <pc:sldChg chg="addSp delSp modSp add mod">
        <pc:chgData name="Zhao, Jie" userId="7be6526a-30ba-445c-b3a9-aabf2c8f5828" providerId="ADAL" clId="{112D1BF4-4BAA-41FE-AE9C-CFCD87EDE11F}" dt="2023-08-23T00:05:24.071" v="284" actId="1076"/>
        <pc:sldMkLst>
          <pc:docMk/>
          <pc:sldMk cId="2611632535" sldId="260"/>
        </pc:sldMkLst>
      </pc:sldChg>
      <pc:sldChg chg="addSp delSp modSp add mod">
        <pc:chgData name="Zhao, Jie" userId="7be6526a-30ba-445c-b3a9-aabf2c8f5828" providerId="ADAL" clId="{112D1BF4-4BAA-41FE-AE9C-CFCD87EDE11F}" dt="2023-08-23T00:06:00.126" v="286" actId="1076"/>
        <pc:sldMkLst>
          <pc:docMk/>
          <pc:sldMk cId="2971324342" sldId="261"/>
        </pc:sldMkLst>
      </pc:sldChg>
      <pc:sldChg chg="addSp delSp modSp add mod">
        <pc:chgData name="Zhao, Jie" userId="7be6526a-30ba-445c-b3a9-aabf2c8f5828" providerId="ADAL" clId="{112D1BF4-4BAA-41FE-AE9C-CFCD87EDE11F}" dt="2023-08-22T23:47:53.178" v="120" actId="1076"/>
        <pc:sldMkLst>
          <pc:docMk/>
          <pc:sldMk cId="3086728423" sldId="262"/>
        </pc:sldMkLst>
      </pc:sldChg>
      <pc:sldChg chg="addSp delSp modSp add mod">
        <pc:chgData name="Zhao, Jie" userId="7be6526a-30ba-445c-b3a9-aabf2c8f5828" providerId="ADAL" clId="{112D1BF4-4BAA-41FE-AE9C-CFCD87EDE11F}" dt="2023-08-23T00:16:13.132" v="290" actId="1076"/>
        <pc:sldMkLst>
          <pc:docMk/>
          <pc:sldMk cId="6743112" sldId="263"/>
        </pc:sldMkLst>
      </pc:sldChg>
      <pc:sldChg chg="addSp delSp modSp add mod">
        <pc:chgData name="Zhao, Jie" userId="7be6526a-30ba-445c-b3a9-aabf2c8f5828" providerId="ADAL" clId="{112D1BF4-4BAA-41FE-AE9C-CFCD87EDE11F}" dt="2023-08-23T00:16:23.669" v="292" actId="1076"/>
        <pc:sldMkLst>
          <pc:docMk/>
          <pc:sldMk cId="1037891018" sldId="264"/>
        </pc:sldMkLst>
      </pc:sldChg>
      <pc:sldChg chg="addSp delSp modSp add mod">
        <pc:chgData name="Zhao, Jie" userId="7be6526a-30ba-445c-b3a9-aabf2c8f5828" providerId="ADAL" clId="{112D1BF4-4BAA-41FE-AE9C-CFCD87EDE11F}" dt="2023-08-23T00:17:53.995" v="294" actId="1076"/>
        <pc:sldMkLst>
          <pc:docMk/>
          <pc:sldMk cId="3727919707" sldId="265"/>
        </pc:sldMkLst>
      </pc:sldChg>
      <pc:sldChg chg="addSp delSp modSp add mod">
        <pc:chgData name="Zhao, Jie" userId="7be6526a-30ba-445c-b3a9-aabf2c8f5828" providerId="ADAL" clId="{112D1BF4-4BAA-41FE-AE9C-CFCD87EDE11F}" dt="2023-08-23T00:18:15.417" v="300" actId="1076"/>
        <pc:sldMkLst>
          <pc:docMk/>
          <pc:sldMk cId="1192227364" sldId="266"/>
        </pc:sldMkLst>
      </pc:sldChg>
      <pc:sldChg chg="addSp delSp modSp add mod">
        <pc:chgData name="Zhao, Jie" userId="7be6526a-30ba-445c-b3a9-aabf2c8f5828" providerId="ADAL" clId="{112D1BF4-4BAA-41FE-AE9C-CFCD87EDE11F}" dt="2023-08-23T00:19:23.942" v="302" actId="1076"/>
        <pc:sldMkLst>
          <pc:docMk/>
          <pc:sldMk cId="1710609153" sldId="267"/>
        </pc:sldMkLst>
      </pc:sldChg>
      <pc:sldChg chg="addSp delSp modSp add mod">
        <pc:chgData name="Zhao, Jie" userId="7be6526a-30ba-445c-b3a9-aabf2c8f5828" providerId="ADAL" clId="{112D1BF4-4BAA-41FE-AE9C-CFCD87EDE11F}" dt="2023-08-23T00:20:15.643" v="303" actId="1076"/>
        <pc:sldMkLst>
          <pc:docMk/>
          <pc:sldMk cId="2202845043" sldId="268"/>
        </pc:sldMkLst>
      </pc:sldChg>
      <pc:sldChg chg="addSp delSp modSp add mod">
        <pc:chgData name="Zhao, Jie" userId="7be6526a-30ba-445c-b3a9-aabf2c8f5828" providerId="ADAL" clId="{112D1BF4-4BAA-41FE-AE9C-CFCD87EDE11F}" dt="2023-08-23T00:21:45.289" v="308" actId="1076"/>
        <pc:sldMkLst>
          <pc:docMk/>
          <pc:sldMk cId="3365004106" sldId="269"/>
        </pc:sldMkLst>
      </pc:sldChg>
      <pc:sldChg chg="addSp delSp modSp add mod">
        <pc:chgData name="Zhao, Jie" userId="7be6526a-30ba-445c-b3a9-aabf2c8f5828" providerId="ADAL" clId="{112D1BF4-4BAA-41FE-AE9C-CFCD87EDE11F}" dt="2023-08-23T00:22:34.714" v="310" actId="1076"/>
        <pc:sldMkLst>
          <pc:docMk/>
          <pc:sldMk cId="1893564140" sldId="270"/>
        </pc:sldMkLst>
      </pc:sldChg>
      <pc:sldChg chg="addSp delSp modSp add del mod">
        <pc:chgData name="Zhao, Jie" userId="7be6526a-30ba-445c-b3a9-aabf2c8f5828" providerId="ADAL" clId="{112D1BF4-4BAA-41FE-AE9C-CFCD87EDE11F}" dt="2023-08-23T00:25:07.415" v="316" actId="2696"/>
        <pc:sldMkLst>
          <pc:docMk/>
          <pc:sldMk cId="3916143228" sldId="271"/>
        </pc:sldMkLst>
      </pc:sldChg>
      <pc:sldChg chg="addSp delSp modSp add mod">
        <pc:chgData name="Zhao, Jie" userId="7be6526a-30ba-445c-b3a9-aabf2c8f5828" providerId="ADAL" clId="{112D1BF4-4BAA-41FE-AE9C-CFCD87EDE11F}" dt="2023-08-23T00:25:17.932" v="318" actId="1076"/>
        <pc:sldMkLst>
          <pc:docMk/>
          <pc:sldMk cId="1056748361" sldId="272"/>
        </pc:sldMkLst>
      </pc:sldChg>
      <pc:sldChg chg="addSp delSp modSp add mod">
        <pc:chgData name="Zhao, Jie" userId="7be6526a-30ba-445c-b3a9-aabf2c8f5828" providerId="ADAL" clId="{112D1BF4-4BAA-41FE-AE9C-CFCD87EDE11F}" dt="2023-08-23T00:26:10.503" v="323" actId="1076"/>
        <pc:sldMkLst>
          <pc:docMk/>
          <pc:sldMk cId="1229067527" sldId="273"/>
        </pc:sldMkLst>
      </pc:sldChg>
      <pc:sldChg chg="addSp delSp modSp add mod">
        <pc:chgData name="Zhao, Jie" userId="7be6526a-30ba-445c-b3a9-aabf2c8f5828" providerId="ADAL" clId="{112D1BF4-4BAA-41FE-AE9C-CFCD87EDE11F}" dt="2023-08-23T00:27:50.778" v="329" actId="1076"/>
        <pc:sldMkLst>
          <pc:docMk/>
          <pc:sldMk cId="762172599" sldId="274"/>
        </pc:sldMkLst>
      </pc:sldChg>
      <pc:sldChg chg="addSp delSp modSp add mod">
        <pc:chgData name="Zhao, Jie" userId="7be6526a-30ba-445c-b3a9-aabf2c8f5828" providerId="ADAL" clId="{112D1BF4-4BAA-41FE-AE9C-CFCD87EDE11F}" dt="2023-08-23T00:29:06.594" v="333" actId="1076"/>
        <pc:sldMkLst>
          <pc:docMk/>
          <pc:sldMk cId="2987660880" sldId="275"/>
        </pc:sldMkLst>
      </pc:sldChg>
      <pc:sldChg chg="addSp delSp modSp add mod">
        <pc:chgData name="Zhao, Jie" userId="7be6526a-30ba-445c-b3a9-aabf2c8f5828" providerId="ADAL" clId="{112D1BF4-4BAA-41FE-AE9C-CFCD87EDE11F}" dt="2023-08-23T00:29:40.824" v="337" actId="1076"/>
        <pc:sldMkLst>
          <pc:docMk/>
          <pc:sldMk cId="1729920591" sldId="276"/>
        </pc:sldMkLst>
      </pc:sldChg>
      <pc:sldChg chg="addSp delSp modSp add mod">
        <pc:chgData name="Zhao, Jie" userId="7be6526a-30ba-445c-b3a9-aabf2c8f5828" providerId="ADAL" clId="{112D1BF4-4BAA-41FE-AE9C-CFCD87EDE11F}" dt="2023-08-23T00:30:16.158" v="339" actId="1076"/>
        <pc:sldMkLst>
          <pc:docMk/>
          <pc:sldMk cId="1187302016" sldId="277"/>
        </pc:sldMkLst>
      </pc:sldChg>
      <pc:sldChg chg="add del">
        <pc:chgData name="Zhao, Jie" userId="7be6526a-30ba-445c-b3a9-aabf2c8f5828" providerId="ADAL" clId="{112D1BF4-4BAA-41FE-AE9C-CFCD87EDE11F}" dt="2023-08-23T00:30:39.496" v="340" actId="47"/>
        <pc:sldMkLst>
          <pc:docMk/>
          <pc:sldMk cId="2197652339" sldId="278"/>
        </pc:sldMkLst>
      </pc:sldChg>
      <pc:sldChg chg="add del">
        <pc:chgData name="Zhao, Jie" userId="7be6526a-30ba-445c-b3a9-aabf2c8f5828" providerId="ADAL" clId="{112D1BF4-4BAA-41FE-AE9C-CFCD87EDE11F}" dt="2023-08-23T00:30:39.977" v="341" actId="47"/>
        <pc:sldMkLst>
          <pc:docMk/>
          <pc:sldMk cId="1183951049" sldId="279"/>
        </pc:sldMkLst>
      </pc:sldChg>
      <pc:sldChg chg="add del">
        <pc:chgData name="Zhao, Jie" userId="7be6526a-30ba-445c-b3a9-aabf2c8f5828" providerId="ADAL" clId="{112D1BF4-4BAA-41FE-AE9C-CFCD87EDE11F}" dt="2023-08-23T00:30:40.841" v="342" actId="47"/>
        <pc:sldMkLst>
          <pc:docMk/>
          <pc:sldMk cId="2414979475" sldId="280"/>
        </pc:sldMkLst>
      </pc:sldChg>
      <pc:sldChg chg="modSp add mod ord">
        <pc:chgData name="Zhao, Jie" userId="7be6526a-30ba-445c-b3a9-aabf2c8f5828" providerId="ADAL" clId="{112D1BF4-4BAA-41FE-AE9C-CFCD87EDE11F}" dt="2023-08-23T00:01:13.336" v="251" actId="27636"/>
        <pc:sldMkLst>
          <pc:docMk/>
          <pc:sldMk cId="3760905314" sldId="281"/>
        </pc:sldMkLst>
      </pc:sldChg>
    </pc:docChg>
  </pc:docChgLst>
  <pc:docChgLst>
    <pc:chgData name="Zhao, Jie" userId="7be6526a-30ba-445c-b3a9-aabf2c8f5828" providerId="ADAL" clId="{616990C0-CDC4-47BC-82B3-6D3329034547}"/>
    <pc:docChg chg="undo custSel addSld delSld modSld">
      <pc:chgData name="Zhao, Jie" userId="7be6526a-30ba-445c-b3a9-aabf2c8f5828" providerId="ADAL" clId="{616990C0-CDC4-47BC-82B3-6D3329034547}" dt="2024-08-25T20:38:23.493" v="4502" actId="47"/>
      <pc:docMkLst>
        <pc:docMk/>
      </pc:docMkLst>
      <pc:sldChg chg="modSp mod">
        <pc:chgData name="Zhao, Jie" userId="7be6526a-30ba-445c-b3a9-aabf2c8f5828" providerId="ADAL" clId="{616990C0-CDC4-47BC-82B3-6D3329034547}" dt="2024-08-25T20:38:15.109" v="4501" actId="20577"/>
        <pc:sldMkLst>
          <pc:docMk/>
          <pc:sldMk cId="2199995263" sldId="256"/>
        </pc:sldMkLst>
      </pc:sldChg>
      <pc:sldChg chg="modSp mod">
        <pc:chgData name="Zhao, Jie" userId="7be6526a-30ba-445c-b3a9-aabf2c8f5828" providerId="ADAL" clId="{616990C0-CDC4-47BC-82B3-6D3329034547}" dt="2024-08-25T20:37:58.083" v="4497" actId="20577"/>
        <pc:sldMkLst>
          <pc:docMk/>
          <pc:sldMk cId="4038797967" sldId="257"/>
        </pc:sldMkLst>
      </pc:sldChg>
      <pc:sldChg chg="del">
        <pc:chgData name="Zhao, Jie" userId="7be6526a-30ba-445c-b3a9-aabf2c8f5828" providerId="ADAL" clId="{616990C0-CDC4-47BC-82B3-6D3329034547}" dt="2024-08-25T20:37:17.319" v="4492" actId="47"/>
        <pc:sldMkLst>
          <pc:docMk/>
          <pc:sldMk cId="1192227364" sldId="266"/>
        </pc:sldMkLst>
      </pc:sldChg>
      <pc:sldChg chg="del">
        <pc:chgData name="Zhao, Jie" userId="7be6526a-30ba-445c-b3a9-aabf2c8f5828" providerId="ADAL" clId="{616990C0-CDC4-47BC-82B3-6D3329034547}" dt="2024-08-25T20:37:17.507" v="4493" actId="47"/>
        <pc:sldMkLst>
          <pc:docMk/>
          <pc:sldMk cId="1710609153" sldId="267"/>
        </pc:sldMkLst>
      </pc:sldChg>
      <pc:sldChg chg="del">
        <pc:chgData name="Zhao, Jie" userId="7be6526a-30ba-445c-b3a9-aabf2c8f5828" providerId="ADAL" clId="{616990C0-CDC4-47BC-82B3-6D3329034547}" dt="2024-08-25T20:37:17.683" v="4494" actId="47"/>
        <pc:sldMkLst>
          <pc:docMk/>
          <pc:sldMk cId="2202845043" sldId="268"/>
        </pc:sldMkLst>
      </pc:sldChg>
      <pc:sldChg chg="del">
        <pc:chgData name="Zhao, Jie" userId="7be6526a-30ba-445c-b3a9-aabf2c8f5828" providerId="ADAL" clId="{616990C0-CDC4-47BC-82B3-6D3329034547}" dt="2024-08-25T20:38:23.493" v="4502" actId="47"/>
        <pc:sldMkLst>
          <pc:docMk/>
          <pc:sldMk cId="3365004106" sldId="269"/>
        </pc:sldMkLst>
      </pc:sldChg>
      <pc:sldChg chg="delSp modSp mod">
        <pc:chgData name="Zhao, Jie" userId="7be6526a-30ba-445c-b3a9-aabf2c8f5828" providerId="ADAL" clId="{616990C0-CDC4-47BC-82B3-6D3329034547}" dt="2024-08-25T20:07:59.289" v="281" actId="20577"/>
        <pc:sldMkLst>
          <pc:docMk/>
          <pc:sldMk cId="3760905314" sldId="281"/>
        </pc:sldMkLst>
      </pc:sldChg>
      <pc:sldChg chg="del">
        <pc:chgData name="Zhao, Jie" userId="7be6526a-30ba-445c-b3a9-aabf2c8f5828" providerId="ADAL" clId="{616990C0-CDC4-47BC-82B3-6D3329034547}" dt="2024-08-25T20:37:23.216" v="4495" actId="47"/>
        <pc:sldMkLst>
          <pc:docMk/>
          <pc:sldMk cId="2631880895" sldId="283"/>
        </pc:sldMkLst>
      </pc:sldChg>
      <pc:sldChg chg="del">
        <pc:chgData name="Zhao, Jie" userId="7be6526a-30ba-445c-b3a9-aabf2c8f5828" providerId="ADAL" clId="{616990C0-CDC4-47BC-82B3-6D3329034547}" dt="2024-08-25T20:37:25.043" v="4496" actId="47"/>
        <pc:sldMkLst>
          <pc:docMk/>
          <pc:sldMk cId="3121208546" sldId="284"/>
        </pc:sldMkLst>
      </pc:sldChg>
      <pc:sldChg chg="modSp add mod">
        <pc:chgData name="Zhao, Jie" userId="7be6526a-30ba-445c-b3a9-aabf2c8f5828" providerId="ADAL" clId="{616990C0-CDC4-47BC-82B3-6D3329034547}" dt="2024-08-25T20:15:23.511" v="1004" actId="255"/>
        <pc:sldMkLst>
          <pc:docMk/>
          <pc:sldMk cId="3475695164" sldId="285"/>
        </pc:sldMkLst>
      </pc:sldChg>
      <pc:sldChg chg="modSp add mod">
        <pc:chgData name="Zhao, Jie" userId="7be6526a-30ba-445c-b3a9-aabf2c8f5828" providerId="ADAL" clId="{616990C0-CDC4-47BC-82B3-6D3329034547}" dt="2024-08-25T20:17:57.884" v="1336" actId="20577"/>
        <pc:sldMkLst>
          <pc:docMk/>
          <pc:sldMk cId="951489133" sldId="286"/>
        </pc:sldMkLst>
      </pc:sldChg>
      <pc:sldChg chg="modSp add mod">
        <pc:chgData name="Zhao, Jie" userId="7be6526a-30ba-445c-b3a9-aabf2c8f5828" providerId="ADAL" clId="{616990C0-CDC4-47BC-82B3-6D3329034547}" dt="2024-08-25T20:21:41.701" v="1855" actId="20577"/>
        <pc:sldMkLst>
          <pc:docMk/>
          <pc:sldMk cId="1344119544" sldId="287"/>
        </pc:sldMkLst>
      </pc:sldChg>
      <pc:sldChg chg="modSp add mod">
        <pc:chgData name="Zhao, Jie" userId="7be6526a-30ba-445c-b3a9-aabf2c8f5828" providerId="ADAL" clId="{616990C0-CDC4-47BC-82B3-6D3329034547}" dt="2024-08-25T20:24:36.794" v="2368" actId="20577"/>
        <pc:sldMkLst>
          <pc:docMk/>
          <pc:sldMk cId="2880740745" sldId="288"/>
        </pc:sldMkLst>
      </pc:sldChg>
      <pc:sldChg chg="modSp add mod">
        <pc:chgData name="Zhao, Jie" userId="7be6526a-30ba-445c-b3a9-aabf2c8f5828" providerId="ADAL" clId="{616990C0-CDC4-47BC-82B3-6D3329034547}" dt="2024-08-25T20:27:07.846" v="2834" actId="20577"/>
        <pc:sldMkLst>
          <pc:docMk/>
          <pc:sldMk cId="2790480711" sldId="289"/>
        </pc:sldMkLst>
      </pc:sldChg>
      <pc:sldChg chg="modSp add mod">
        <pc:chgData name="Zhao, Jie" userId="7be6526a-30ba-445c-b3a9-aabf2c8f5828" providerId="ADAL" clId="{616990C0-CDC4-47BC-82B3-6D3329034547}" dt="2024-08-25T20:30:34.450" v="3561" actId="20577"/>
        <pc:sldMkLst>
          <pc:docMk/>
          <pc:sldMk cId="1834639436" sldId="290"/>
        </pc:sldMkLst>
      </pc:sldChg>
      <pc:sldChg chg="modSp add mod">
        <pc:chgData name="Zhao, Jie" userId="7be6526a-30ba-445c-b3a9-aabf2c8f5828" providerId="ADAL" clId="{616990C0-CDC4-47BC-82B3-6D3329034547}" dt="2024-08-25T20:32:25.693" v="3948" actId="20577"/>
        <pc:sldMkLst>
          <pc:docMk/>
          <pc:sldMk cId="941714667" sldId="291"/>
        </pc:sldMkLst>
      </pc:sldChg>
      <pc:sldChg chg="modSp add mod">
        <pc:chgData name="Zhao, Jie" userId="7be6526a-30ba-445c-b3a9-aabf2c8f5828" providerId="ADAL" clId="{616990C0-CDC4-47BC-82B3-6D3329034547}" dt="2024-08-25T20:37:05.336" v="4491" actId="20577"/>
        <pc:sldMkLst>
          <pc:docMk/>
          <pc:sldMk cId="4226161942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File Related System Calls</a:t>
            </a:r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09/15/2025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System call – write(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3207736"/>
            <a:ext cx="9391836" cy="359339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Arg1: the file descriptor (0 – STD IN, 1 – STD OUT, 2 – STD ERR)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Arg2: the data that is to be written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Arg3: the total bytes that are to be written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Return: 1). Return the ‘number of bytes written’ if working; 2). Return -1 if failed.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/>
              <a:t>Question</a:t>
            </a:r>
            <a:r>
              <a:rPr lang="en-US" sz="2000" dirty="0"/>
              <a:t>: Is a file descriptor (</a:t>
            </a:r>
            <a:r>
              <a:rPr lang="en-US" sz="2000" dirty="0" err="1"/>
              <a:t>fd</a:t>
            </a:r>
            <a:r>
              <a:rPr lang="en-US" sz="2000" dirty="0"/>
              <a:t> from open in C) the same as its process ID? [1]</a:t>
            </a:r>
          </a:p>
          <a:p>
            <a:pPr algn="l">
              <a:lnSpc>
                <a:spcPct val="150000"/>
              </a:lnSpc>
            </a:pPr>
            <a:r>
              <a:rPr lang="en-US" sz="1300" dirty="0"/>
              <a:t>[1] https://stackoverflow.com/questions/26653265/is-a-file-descriptor-fd-from-open-in-c-same-as-its-process-id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9FADE-A3FF-402F-FE53-12DE41312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5" y="1549551"/>
            <a:ext cx="1090516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System call – read(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3139496"/>
            <a:ext cx="9391836" cy="297925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Arg1: the file descriptor (0 – STD IN, 1 – STD OUT, 2 – STD ERR)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Arg2: the data that is to be read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Arg3: the total bytes that are to be read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Return: 1). Return the ‘number of bytes read’ if working; 2). Return -1 if failed.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/>
              <a:t>Question</a:t>
            </a:r>
            <a:r>
              <a:rPr lang="en-US" sz="2000" dirty="0"/>
              <a:t>: What is the difference in functionality of using “write” and “read”?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8372D-3491-B132-284D-8F5C89AE7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28" y="1407766"/>
            <a:ext cx="11171988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System call – open( )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5514" y="3979559"/>
            <a:ext cx="9391836" cy="217481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the file name or file path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Arg2: the mode in which to open the file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the file descriptor if working; 2). Return -1 if failed.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01E29-5565-8F29-4926-D82CA1E5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91" y="1317046"/>
            <a:ext cx="9436608" cy="1097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F00BE9-45B9-2852-FE5B-A8616C620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477" y="2803813"/>
            <a:ext cx="952391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3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US" sz="4200" dirty="0"/>
              <a:t>Continue …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4A60FD-8625-4F98-3348-E7E4E6C11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466136"/>
              </p:ext>
            </p:extLst>
          </p:nvPr>
        </p:nvGraphicFramePr>
        <p:xfrm>
          <a:off x="321563" y="2265499"/>
          <a:ext cx="11548873" cy="3288160"/>
        </p:xfrm>
        <a:graphic>
          <a:graphicData uri="http://schemas.openxmlformats.org/drawingml/2006/table">
            <a:tbl>
              <a:tblPr firstRow="1" firstCol="1" bandRow="1"/>
              <a:tblGrid>
                <a:gridCol w="7901247">
                  <a:extLst>
                    <a:ext uri="{9D8B030D-6E8A-4147-A177-3AD203B41FA5}">
                      <a16:colId xmlns:a16="http://schemas.microsoft.com/office/drawing/2014/main" val="2180048378"/>
                    </a:ext>
                  </a:extLst>
                </a:gridCol>
                <a:gridCol w="3647626">
                  <a:extLst>
                    <a:ext uri="{9D8B030D-6E8A-4147-A177-3AD203B41FA5}">
                      <a16:colId xmlns:a16="http://schemas.microsoft.com/office/drawing/2014/main" val="3784656805"/>
                    </a:ext>
                  </a:extLst>
                </a:gridCol>
              </a:tblGrid>
              <a:tr h="385371"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0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File Operation Mode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0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 Value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125036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O_RDONLY: reading from a file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71558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O_WRONLY: writing in a file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506216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O_RDWR: both reading and writing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899652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O_CREAT: creating a file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991191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O_APPEND: writing as appendix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79338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O_TRUNC: truncating a file to zero length if it already exists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64184"/>
                  </a:ext>
                </a:extLst>
              </a:tr>
              <a:tr h="66750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O_EXCL: if the file already exists, the open call will fail. If the file doesn't exist, an attempt will be made to create and open it.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1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69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System call – open( ) - 2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5514" y="3979559"/>
            <a:ext cx="9391836" cy="2174810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the file name or file’s path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Arg2: the mode in which to open the file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Arg3: the permissions on the created file (read/write/execute)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</a:t>
            </a:r>
            <a:r>
              <a:rPr lang="en-US"/>
              <a:t>file descriptor </a:t>
            </a:r>
            <a:r>
              <a:rPr lang="en-US" dirty="0"/>
              <a:t>if working; 2). Return -1 if failed.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01E29-5565-8F29-4926-D82CA1E5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91" y="1317046"/>
            <a:ext cx="9436608" cy="10972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C965FE-FBA2-EDA5-5C58-8A216C1AC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37" y="2584527"/>
            <a:ext cx="1064279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0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System call – </a:t>
            </a:r>
            <a:r>
              <a:rPr lang="en-US" sz="3800" dirty="0" err="1">
                <a:solidFill>
                  <a:srgbClr val="C00000"/>
                </a:solidFill>
              </a:rPr>
              <a:t>lseek</a:t>
            </a:r>
            <a:r>
              <a:rPr lang="en-US" sz="3800" dirty="0">
                <a:solidFill>
                  <a:srgbClr val="C00000"/>
                </a:solidFill>
              </a:rPr>
              <a:t>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3376059"/>
            <a:ext cx="9391836" cy="2767290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the file descriptor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Arg2: how much you want the pointer to move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Arg3: the reference point of the movement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the position of the pointer within the file as measured in bytes from the beginning of the file, if working; 2). Return -1 if failed.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44095-9998-B801-9167-3FEE8EAD6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63" y="1228044"/>
            <a:ext cx="1006571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70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US" sz="4200"/>
              <a:t>Continue …</a:t>
            </a:r>
            <a:endParaRPr lang="en-US" sz="4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0391B3-F861-B271-5F92-24EA106D1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31433"/>
              </p:ext>
            </p:extLst>
          </p:nvPr>
        </p:nvGraphicFramePr>
        <p:xfrm>
          <a:off x="319264" y="1925988"/>
          <a:ext cx="11548873" cy="1503012"/>
        </p:xfrm>
        <a:graphic>
          <a:graphicData uri="http://schemas.openxmlformats.org/drawingml/2006/table">
            <a:tbl>
              <a:tblPr firstRow="1" firstCol="1" bandRow="1"/>
              <a:tblGrid>
                <a:gridCol w="7901247">
                  <a:extLst>
                    <a:ext uri="{9D8B030D-6E8A-4147-A177-3AD203B41FA5}">
                      <a16:colId xmlns:a16="http://schemas.microsoft.com/office/drawing/2014/main" val="3675155216"/>
                    </a:ext>
                  </a:extLst>
                </a:gridCol>
                <a:gridCol w="3647626">
                  <a:extLst>
                    <a:ext uri="{9D8B030D-6E8A-4147-A177-3AD203B41FA5}">
                      <a16:colId xmlns:a16="http://schemas.microsoft.com/office/drawing/2014/main" val="1360259916"/>
                    </a:ext>
                  </a:extLst>
                </a:gridCol>
              </a:tblGrid>
              <a:tr h="385371"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000" b="1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File Operation Mode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0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 Value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015902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SEEK_SET: beginning of file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234368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SEEK_CUR: current position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290780"/>
                  </a:ext>
                </a:extLst>
              </a:tr>
              <a:tr h="372547">
                <a:tc>
                  <a:txBody>
                    <a:bodyPr/>
                    <a:lstStyle/>
                    <a:p>
                      <a:pPr marL="0" marR="0" indent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SEEK_END: end of file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19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419" marR="115419" marT="160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374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05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System call – dup( ) &amp; dup2()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3376059"/>
            <a:ext cx="9391836" cy="276729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the old file descriptor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*Arg2: the new file descriptor that user decides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the lowest-numbered unused file descriptor as the new file descriptor, if working; 2). Return -1 if failed.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AB6A5-7E42-EC5E-01C6-876DE6C8F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704" y="1393824"/>
            <a:ext cx="903024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96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556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Times New Roman</vt:lpstr>
      <vt:lpstr>Office Theme</vt:lpstr>
      <vt:lpstr>PowerPoint Presentation</vt:lpstr>
      <vt:lpstr>System call – write( )</vt:lpstr>
      <vt:lpstr>System call – read( )</vt:lpstr>
      <vt:lpstr>System call – open( ) - 1</vt:lpstr>
      <vt:lpstr>Continue …</vt:lpstr>
      <vt:lpstr>System call – open( ) - 2</vt:lpstr>
      <vt:lpstr>System call – lseek( )</vt:lpstr>
      <vt:lpstr>Continue …</vt:lpstr>
      <vt:lpstr>System call – dup( ) &amp; dup2()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7</cp:revision>
  <dcterms:created xsi:type="dcterms:W3CDTF">2023-08-19T20:44:10Z</dcterms:created>
  <dcterms:modified xsi:type="dcterms:W3CDTF">2025-09-15T19:44:36Z</dcterms:modified>
</cp:coreProperties>
</file>