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81" r:id="rId3"/>
    <p:sldId id="303" r:id="rId4"/>
    <p:sldId id="304" r:id="rId5"/>
    <p:sldId id="30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84" d="100"/>
          <a:sy n="84" d="100"/>
        </p:scale>
        <p:origin x="211" y="3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ao, Jie" userId="7be6526a-30ba-445c-b3a9-aabf2c8f5828" providerId="ADAL" clId="{7B0316E1-0215-4695-93E3-429D72ACCF2C}"/>
    <pc:docChg chg="undo redo custSel addSld delSld modSld sldOrd">
      <pc:chgData name="Zhao, Jie" userId="7be6526a-30ba-445c-b3a9-aabf2c8f5828" providerId="ADAL" clId="{7B0316E1-0215-4695-93E3-429D72ACCF2C}" dt="2024-09-04T18:09:08.540" v="5644" actId="207"/>
      <pc:docMkLst>
        <pc:docMk/>
      </pc:docMkLst>
      <pc:sldChg chg="modSp mod">
        <pc:chgData name="Zhao, Jie" userId="7be6526a-30ba-445c-b3a9-aabf2c8f5828" providerId="ADAL" clId="{7B0316E1-0215-4695-93E3-429D72ACCF2C}" dt="2024-09-03T18:57:24.758" v="12"/>
        <pc:sldMkLst>
          <pc:docMk/>
          <pc:sldMk cId="2199995263" sldId="256"/>
        </pc:sldMkLst>
        <pc:spChg chg="mod">
          <ac:chgData name="Zhao, Jie" userId="7be6526a-30ba-445c-b3a9-aabf2c8f5828" providerId="ADAL" clId="{7B0316E1-0215-4695-93E3-429D72ACCF2C}" dt="2024-09-03T18:57:24.758" v="12"/>
          <ac:spMkLst>
            <pc:docMk/>
            <pc:sldMk cId="2199995263" sldId="256"/>
            <ac:spMk id="3" creationId="{2C5DF914-4B40-4A23-8AAC-9CFE7F215ACD}"/>
          </ac:spMkLst>
        </pc:spChg>
      </pc:sldChg>
      <pc:sldChg chg="modSp mod">
        <pc:chgData name="Zhao, Jie" userId="7be6526a-30ba-445c-b3a9-aabf2c8f5828" providerId="ADAL" clId="{7B0316E1-0215-4695-93E3-429D72ACCF2C}" dt="2024-09-03T18:57:50.224" v="15" actId="20577"/>
        <pc:sldMkLst>
          <pc:docMk/>
          <pc:sldMk cId="4038797967" sldId="257"/>
        </pc:sldMkLst>
        <pc:spChg chg="mod">
          <ac:chgData name="Zhao, Jie" userId="7be6526a-30ba-445c-b3a9-aabf2c8f5828" providerId="ADAL" clId="{7B0316E1-0215-4695-93E3-429D72ACCF2C}" dt="2024-09-03T18:57:50.224" v="15" actId="20577"/>
          <ac:spMkLst>
            <pc:docMk/>
            <pc:sldMk cId="4038797967" sldId="257"/>
            <ac:spMk id="3" creationId="{2C5DF914-4B40-4A23-8AAC-9CFE7F215ACD}"/>
          </ac:spMkLst>
        </pc:spChg>
      </pc:sldChg>
      <pc:sldChg chg="modSp mod">
        <pc:chgData name="Zhao, Jie" userId="7be6526a-30ba-445c-b3a9-aabf2c8f5828" providerId="ADAL" clId="{7B0316E1-0215-4695-93E3-429D72ACCF2C}" dt="2024-09-04T18:01:16.280" v="5624" actId="13926"/>
        <pc:sldMkLst>
          <pc:docMk/>
          <pc:sldMk cId="3760905314" sldId="281"/>
        </pc:sldMkLst>
        <pc:spChg chg="mod">
          <ac:chgData name="Zhao, Jie" userId="7be6526a-30ba-445c-b3a9-aabf2c8f5828" providerId="ADAL" clId="{7B0316E1-0215-4695-93E3-429D72ACCF2C}" dt="2024-09-03T18:58:50.170" v="92" actId="14100"/>
          <ac:spMkLst>
            <pc:docMk/>
            <pc:sldMk cId="3760905314" sldId="281"/>
            <ac:spMk id="2" creationId="{C93848F5-1552-4316-ADB3-4EE4924B6477}"/>
          </ac:spMkLst>
        </pc:spChg>
        <pc:spChg chg="mod">
          <ac:chgData name="Zhao, Jie" userId="7be6526a-30ba-445c-b3a9-aabf2c8f5828" providerId="ADAL" clId="{7B0316E1-0215-4695-93E3-429D72ACCF2C}" dt="2024-09-04T18:01:16.280" v="5624" actId="13926"/>
          <ac:spMkLst>
            <pc:docMk/>
            <pc:sldMk cId="3760905314" sldId="281"/>
            <ac:spMk id="3" creationId="{2C5DF914-4B40-4A23-8AAC-9CFE7F215ACD}"/>
          </ac:spMkLst>
        </pc:spChg>
      </pc:sldChg>
      <pc:sldChg chg="modSp mod">
        <pc:chgData name="Zhao, Jie" userId="7be6526a-30ba-445c-b3a9-aabf2c8f5828" providerId="ADAL" clId="{7B0316E1-0215-4695-93E3-429D72ACCF2C}" dt="2024-09-04T17:53:04.693" v="5622" actId="13926"/>
        <pc:sldMkLst>
          <pc:docMk/>
          <pc:sldMk cId="3475695164" sldId="285"/>
        </pc:sldMkLst>
        <pc:spChg chg="mod">
          <ac:chgData name="Zhao, Jie" userId="7be6526a-30ba-445c-b3a9-aabf2c8f5828" providerId="ADAL" clId="{7B0316E1-0215-4695-93E3-429D72ACCF2C}" dt="2024-09-03T19:05:40.760" v="864" actId="20577"/>
          <ac:spMkLst>
            <pc:docMk/>
            <pc:sldMk cId="3475695164" sldId="285"/>
            <ac:spMk id="2" creationId="{C93848F5-1552-4316-ADB3-4EE4924B6477}"/>
          </ac:spMkLst>
        </pc:spChg>
        <pc:spChg chg="mod">
          <ac:chgData name="Zhao, Jie" userId="7be6526a-30ba-445c-b3a9-aabf2c8f5828" providerId="ADAL" clId="{7B0316E1-0215-4695-93E3-429D72ACCF2C}" dt="2024-09-04T17:53:04.693" v="5622" actId="13926"/>
          <ac:spMkLst>
            <pc:docMk/>
            <pc:sldMk cId="3475695164" sldId="285"/>
            <ac:spMk id="3" creationId="{2C5DF914-4B40-4A23-8AAC-9CFE7F215ACD}"/>
          </ac:spMkLst>
        </pc:spChg>
      </pc:sldChg>
      <pc:sldChg chg="modSp mod">
        <pc:chgData name="Zhao, Jie" userId="7be6526a-30ba-445c-b3a9-aabf2c8f5828" providerId="ADAL" clId="{7B0316E1-0215-4695-93E3-429D72ACCF2C}" dt="2024-09-04T18:06:07.939" v="5625" actId="255"/>
        <pc:sldMkLst>
          <pc:docMk/>
          <pc:sldMk cId="1344119544" sldId="287"/>
        </pc:sldMkLst>
        <pc:spChg chg="mod">
          <ac:chgData name="Zhao, Jie" userId="7be6526a-30ba-445c-b3a9-aabf2c8f5828" providerId="ADAL" clId="{7B0316E1-0215-4695-93E3-429D72ACCF2C}" dt="2024-09-04T18:06:07.939" v="5625" actId="255"/>
          <ac:spMkLst>
            <pc:docMk/>
            <pc:sldMk cId="1344119544" sldId="287"/>
            <ac:spMk id="2" creationId="{C93848F5-1552-4316-ADB3-4EE4924B6477}"/>
          </ac:spMkLst>
        </pc:spChg>
        <pc:spChg chg="mod">
          <ac:chgData name="Zhao, Jie" userId="7be6526a-30ba-445c-b3a9-aabf2c8f5828" providerId="ADAL" clId="{7B0316E1-0215-4695-93E3-429D72ACCF2C}" dt="2024-09-03T19:16:56.380" v="2622" actId="20577"/>
          <ac:spMkLst>
            <pc:docMk/>
            <pc:sldMk cId="1344119544" sldId="287"/>
            <ac:spMk id="3" creationId="{2C5DF914-4B40-4A23-8AAC-9CFE7F215ACD}"/>
          </ac:spMkLst>
        </pc:spChg>
      </pc:sldChg>
      <pc:sldChg chg="addSp delSp modSp mod">
        <pc:chgData name="Zhao, Jie" userId="7be6526a-30ba-445c-b3a9-aabf2c8f5828" providerId="ADAL" clId="{7B0316E1-0215-4695-93E3-429D72ACCF2C}" dt="2024-09-04T18:07:39.943" v="5632" actId="2711"/>
        <pc:sldMkLst>
          <pc:docMk/>
          <pc:sldMk cId="2880740745" sldId="288"/>
        </pc:sldMkLst>
        <pc:spChg chg="del">
          <ac:chgData name="Zhao, Jie" userId="7be6526a-30ba-445c-b3a9-aabf2c8f5828" providerId="ADAL" clId="{7B0316E1-0215-4695-93E3-429D72ACCF2C}" dt="2024-09-03T19:17:47.305" v="2623" actId="478"/>
          <ac:spMkLst>
            <pc:docMk/>
            <pc:sldMk cId="2880740745" sldId="288"/>
            <ac:spMk id="2" creationId="{C93848F5-1552-4316-ADB3-4EE4924B6477}"/>
          </ac:spMkLst>
        </pc:spChg>
        <pc:spChg chg="add del mod">
          <ac:chgData name="Zhao, Jie" userId="7be6526a-30ba-445c-b3a9-aabf2c8f5828" providerId="ADAL" clId="{7B0316E1-0215-4695-93E3-429D72ACCF2C}" dt="2024-09-03T19:17:56.666" v="2625" actId="478"/>
          <ac:spMkLst>
            <pc:docMk/>
            <pc:sldMk cId="2880740745" sldId="288"/>
            <ac:spMk id="4" creationId="{A0D0254B-2884-7829-9665-E975C75A70BB}"/>
          </ac:spMkLst>
        </pc:spChg>
        <pc:spChg chg="add mod">
          <ac:chgData name="Zhao, Jie" userId="7be6526a-30ba-445c-b3a9-aabf2c8f5828" providerId="ADAL" clId="{7B0316E1-0215-4695-93E3-429D72ACCF2C}" dt="2024-09-04T18:07:39.943" v="5632" actId="2711"/>
          <ac:spMkLst>
            <pc:docMk/>
            <pc:sldMk cId="2880740745" sldId="288"/>
            <ac:spMk id="8" creationId="{36988BB8-2872-68A6-4F0C-87B7C3303324}"/>
          </ac:spMkLst>
        </pc:spChg>
        <pc:picChg chg="add mod">
          <ac:chgData name="Zhao, Jie" userId="7be6526a-30ba-445c-b3a9-aabf2c8f5828" providerId="ADAL" clId="{7B0316E1-0215-4695-93E3-429D72ACCF2C}" dt="2024-09-03T19:21:13.737" v="2800" actId="1036"/>
          <ac:picMkLst>
            <pc:docMk/>
            <pc:sldMk cId="2880740745" sldId="288"/>
            <ac:picMk id="6" creationId="{946B611A-3926-96BD-9A41-EDCCB9AE11F9}"/>
          </ac:picMkLst>
        </pc:picChg>
        <pc:picChg chg="del">
          <ac:chgData name="Zhao, Jie" userId="7be6526a-30ba-445c-b3a9-aabf2c8f5828" providerId="ADAL" clId="{7B0316E1-0215-4695-93E3-429D72ACCF2C}" dt="2024-09-03T19:17:52.910" v="2624" actId="478"/>
          <ac:picMkLst>
            <pc:docMk/>
            <pc:sldMk cId="2880740745" sldId="288"/>
            <ac:picMk id="7" creationId="{CFDBECA6-4485-1A28-9969-F78A24E0B152}"/>
          </ac:picMkLst>
        </pc:picChg>
      </pc:sldChg>
      <pc:sldChg chg="modSp del mod">
        <pc:chgData name="Zhao, Jie" userId="7be6526a-30ba-445c-b3a9-aabf2c8f5828" providerId="ADAL" clId="{7B0316E1-0215-4695-93E3-429D72ACCF2C}" dt="2024-09-03T19:22:50.217" v="2863" actId="47"/>
        <pc:sldMkLst>
          <pc:docMk/>
          <pc:sldMk cId="2790480711" sldId="289"/>
        </pc:sldMkLst>
        <pc:spChg chg="mod">
          <ac:chgData name="Zhao, Jie" userId="7be6526a-30ba-445c-b3a9-aabf2c8f5828" providerId="ADAL" clId="{7B0316E1-0215-4695-93E3-429D72ACCF2C}" dt="2024-09-03T19:22:25.275" v="2859" actId="5793"/>
          <ac:spMkLst>
            <pc:docMk/>
            <pc:sldMk cId="2790480711" sldId="289"/>
            <ac:spMk id="2" creationId="{C93848F5-1552-4316-ADB3-4EE4924B6477}"/>
          </ac:spMkLst>
        </pc:spChg>
      </pc:sldChg>
      <pc:sldChg chg="addSp delSp modSp mod">
        <pc:chgData name="Zhao, Jie" userId="7be6526a-30ba-445c-b3a9-aabf2c8f5828" providerId="ADAL" clId="{7B0316E1-0215-4695-93E3-429D72ACCF2C}" dt="2024-09-04T18:06:45.250" v="5626" actId="255"/>
        <pc:sldMkLst>
          <pc:docMk/>
          <pc:sldMk cId="1834639436" sldId="290"/>
        </pc:sldMkLst>
        <pc:spChg chg="mod">
          <ac:chgData name="Zhao, Jie" userId="7be6526a-30ba-445c-b3a9-aabf2c8f5828" providerId="ADAL" clId="{7B0316E1-0215-4695-93E3-429D72ACCF2C}" dt="2024-09-04T18:06:45.250" v="5626" actId="255"/>
          <ac:spMkLst>
            <pc:docMk/>
            <pc:sldMk cId="1834639436" sldId="290"/>
            <ac:spMk id="2" creationId="{C93848F5-1552-4316-ADB3-4EE4924B6477}"/>
          </ac:spMkLst>
        </pc:spChg>
        <pc:spChg chg="mod">
          <ac:chgData name="Zhao, Jie" userId="7be6526a-30ba-445c-b3a9-aabf2c8f5828" providerId="ADAL" clId="{7B0316E1-0215-4695-93E3-429D72ACCF2C}" dt="2024-09-03T19:27:08.069" v="3521" actId="20577"/>
          <ac:spMkLst>
            <pc:docMk/>
            <pc:sldMk cId="1834639436" sldId="290"/>
            <ac:spMk id="3" creationId="{2C5DF914-4B40-4A23-8AAC-9CFE7F215ACD}"/>
          </ac:spMkLst>
        </pc:spChg>
        <pc:spChg chg="add del mod">
          <ac:chgData name="Zhao, Jie" userId="7be6526a-30ba-445c-b3a9-aabf2c8f5828" providerId="ADAL" clId="{7B0316E1-0215-4695-93E3-429D72ACCF2C}" dt="2024-09-03T19:27:28.870" v="3525" actId="22"/>
          <ac:spMkLst>
            <pc:docMk/>
            <pc:sldMk cId="1834639436" sldId="290"/>
            <ac:spMk id="7" creationId="{AA0C06B6-3C00-A61B-7FB8-E270CC35CF2D}"/>
          </ac:spMkLst>
        </pc:spChg>
        <pc:spChg chg="add del">
          <ac:chgData name="Zhao, Jie" userId="7be6526a-30ba-445c-b3a9-aabf2c8f5828" providerId="ADAL" clId="{7B0316E1-0215-4695-93E3-429D72ACCF2C}" dt="2024-09-03T19:27:37.388" v="3527" actId="22"/>
          <ac:spMkLst>
            <pc:docMk/>
            <pc:sldMk cId="1834639436" sldId="290"/>
            <ac:spMk id="9" creationId="{9CF053D6-ABC7-5DB8-23F0-58835EB334F6}"/>
          </ac:spMkLst>
        </pc:spChg>
        <pc:picChg chg="add del">
          <ac:chgData name="Zhao, Jie" userId="7be6526a-30ba-445c-b3a9-aabf2c8f5828" providerId="ADAL" clId="{7B0316E1-0215-4695-93E3-429D72ACCF2C}" dt="2024-09-03T19:22:39.265" v="2861" actId="22"/>
          <ac:picMkLst>
            <pc:docMk/>
            <pc:sldMk cId="1834639436" sldId="290"/>
            <ac:picMk id="5" creationId="{4ED787E6-C976-392F-68E8-8DDD94C70AD1}"/>
          </ac:picMkLst>
        </pc:picChg>
      </pc:sldChg>
      <pc:sldChg chg="modSp mod">
        <pc:chgData name="Zhao, Jie" userId="7be6526a-30ba-445c-b3a9-aabf2c8f5828" providerId="ADAL" clId="{7B0316E1-0215-4695-93E3-429D72ACCF2C}" dt="2024-09-03T19:14:02.967" v="2110" actId="20577"/>
        <pc:sldMkLst>
          <pc:docMk/>
          <pc:sldMk cId="1600943045" sldId="293"/>
        </pc:sldMkLst>
        <pc:spChg chg="mod">
          <ac:chgData name="Zhao, Jie" userId="7be6526a-30ba-445c-b3a9-aabf2c8f5828" providerId="ADAL" clId="{7B0316E1-0215-4695-93E3-429D72ACCF2C}" dt="2024-09-03T19:10:35.290" v="1581" actId="20577"/>
          <ac:spMkLst>
            <pc:docMk/>
            <pc:sldMk cId="1600943045" sldId="293"/>
            <ac:spMk id="2" creationId="{C93848F5-1552-4316-ADB3-4EE4924B6477}"/>
          </ac:spMkLst>
        </pc:spChg>
        <pc:spChg chg="mod">
          <ac:chgData name="Zhao, Jie" userId="7be6526a-30ba-445c-b3a9-aabf2c8f5828" providerId="ADAL" clId="{7B0316E1-0215-4695-93E3-429D72ACCF2C}" dt="2024-09-03T19:14:02.967" v="2110" actId="20577"/>
          <ac:spMkLst>
            <pc:docMk/>
            <pc:sldMk cId="1600943045" sldId="293"/>
            <ac:spMk id="3" creationId="{2C5DF914-4B40-4A23-8AAC-9CFE7F215ACD}"/>
          </ac:spMkLst>
        </pc:spChg>
      </pc:sldChg>
      <pc:sldChg chg="addSp delSp modSp add mod">
        <pc:chgData name="Zhao, Jie" userId="7be6526a-30ba-445c-b3a9-aabf2c8f5828" providerId="ADAL" clId="{7B0316E1-0215-4695-93E3-429D72ACCF2C}" dt="2024-09-04T18:07:04.383" v="5628" actId="255"/>
        <pc:sldMkLst>
          <pc:docMk/>
          <pc:sldMk cId="1752000264" sldId="294"/>
        </pc:sldMkLst>
        <pc:spChg chg="mod">
          <ac:chgData name="Zhao, Jie" userId="7be6526a-30ba-445c-b3a9-aabf2c8f5828" providerId="ADAL" clId="{7B0316E1-0215-4695-93E3-429D72ACCF2C}" dt="2024-09-04T18:07:04.383" v="5628" actId="255"/>
          <ac:spMkLst>
            <pc:docMk/>
            <pc:sldMk cId="1752000264" sldId="294"/>
            <ac:spMk id="2" creationId="{C93848F5-1552-4316-ADB3-4EE4924B6477}"/>
          </ac:spMkLst>
        </pc:spChg>
        <pc:spChg chg="del mod">
          <ac:chgData name="Zhao, Jie" userId="7be6526a-30ba-445c-b3a9-aabf2c8f5828" providerId="ADAL" clId="{7B0316E1-0215-4695-93E3-429D72ACCF2C}" dt="2024-09-03T19:28:41.038" v="3587" actId="478"/>
          <ac:spMkLst>
            <pc:docMk/>
            <pc:sldMk cId="1752000264" sldId="294"/>
            <ac:spMk id="3" creationId="{2C5DF914-4B40-4A23-8AAC-9CFE7F215ACD}"/>
          </ac:spMkLst>
        </pc:spChg>
        <pc:picChg chg="add mod">
          <ac:chgData name="Zhao, Jie" userId="7be6526a-30ba-445c-b3a9-aabf2c8f5828" providerId="ADAL" clId="{7B0316E1-0215-4695-93E3-429D72ACCF2C}" dt="2024-09-03T19:36:24.414" v="4289" actId="1076"/>
          <ac:picMkLst>
            <pc:docMk/>
            <pc:sldMk cId="1752000264" sldId="294"/>
            <ac:picMk id="5" creationId="{5D3C4768-3C78-33C9-5243-20B990640143}"/>
          </ac:picMkLst>
        </pc:picChg>
      </pc:sldChg>
      <pc:sldChg chg="modSp add mod">
        <pc:chgData name="Zhao, Jie" userId="7be6526a-30ba-445c-b3a9-aabf2c8f5828" providerId="ADAL" clId="{7B0316E1-0215-4695-93E3-429D72ACCF2C}" dt="2024-09-04T18:07:48.375" v="5633" actId="255"/>
        <pc:sldMkLst>
          <pc:docMk/>
          <pc:sldMk cId="3647568943" sldId="295"/>
        </pc:sldMkLst>
        <pc:spChg chg="mod">
          <ac:chgData name="Zhao, Jie" userId="7be6526a-30ba-445c-b3a9-aabf2c8f5828" providerId="ADAL" clId="{7B0316E1-0215-4695-93E3-429D72ACCF2C}" dt="2024-09-04T18:07:48.375" v="5633" actId="255"/>
          <ac:spMkLst>
            <pc:docMk/>
            <pc:sldMk cId="3647568943" sldId="295"/>
            <ac:spMk id="2" creationId="{C93848F5-1552-4316-ADB3-4EE4924B6477}"/>
          </ac:spMkLst>
        </pc:spChg>
        <pc:spChg chg="mod">
          <ac:chgData name="Zhao, Jie" userId="7be6526a-30ba-445c-b3a9-aabf2c8f5828" providerId="ADAL" clId="{7B0316E1-0215-4695-93E3-429D72ACCF2C}" dt="2024-09-03T19:34:48.776" v="4244" actId="20577"/>
          <ac:spMkLst>
            <pc:docMk/>
            <pc:sldMk cId="3647568943" sldId="295"/>
            <ac:spMk id="3" creationId="{2C5DF914-4B40-4A23-8AAC-9CFE7F215ACD}"/>
          </ac:spMkLst>
        </pc:spChg>
      </pc:sldChg>
      <pc:sldChg chg="addSp modSp add mod">
        <pc:chgData name="Zhao, Jie" userId="7be6526a-30ba-445c-b3a9-aabf2c8f5828" providerId="ADAL" clId="{7B0316E1-0215-4695-93E3-429D72ACCF2C}" dt="2024-09-04T18:08:31.187" v="5642" actId="1076"/>
        <pc:sldMkLst>
          <pc:docMk/>
          <pc:sldMk cId="2102985497" sldId="296"/>
        </pc:sldMkLst>
        <pc:spChg chg="mod">
          <ac:chgData name="Zhao, Jie" userId="7be6526a-30ba-445c-b3a9-aabf2c8f5828" providerId="ADAL" clId="{7B0316E1-0215-4695-93E3-429D72ACCF2C}" dt="2024-09-04T18:08:14.799" v="5636" actId="255"/>
          <ac:spMkLst>
            <pc:docMk/>
            <pc:sldMk cId="2102985497" sldId="296"/>
            <ac:spMk id="2" creationId="{C93848F5-1552-4316-ADB3-4EE4924B6477}"/>
          </ac:spMkLst>
        </pc:spChg>
        <pc:spChg chg="mod">
          <ac:chgData name="Zhao, Jie" userId="7be6526a-30ba-445c-b3a9-aabf2c8f5828" providerId="ADAL" clId="{7B0316E1-0215-4695-93E3-429D72ACCF2C}" dt="2024-09-03T19:44:13.353" v="4972" actId="14100"/>
          <ac:spMkLst>
            <pc:docMk/>
            <pc:sldMk cId="2102985497" sldId="296"/>
            <ac:spMk id="3" creationId="{2C5DF914-4B40-4A23-8AAC-9CFE7F215ACD}"/>
          </ac:spMkLst>
        </pc:spChg>
        <pc:picChg chg="add mod">
          <ac:chgData name="Zhao, Jie" userId="7be6526a-30ba-445c-b3a9-aabf2c8f5828" providerId="ADAL" clId="{7B0316E1-0215-4695-93E3-429D72ACCF2C}" dt="2024-09-04T18:08:31.187" v="5642" actId="1076"/>
          <ac:picMkLst>
            <pc:docMk/>
            <pc:sldMk cId="2102985497" sldId="296"/>
            <ac:picMk id="5" creationId="{21BD3598-C8C5-E6BD-015E-F4F61CA4A586}"/>
          </ac:picMkLst>
        </pc:picChg>
      </pc:sldChg>
      <pc:sldChg chg="addSp delSp modSp add mod ord">
        <pc:chgData name="Zhao, Jie" userId="7be6526a-30ba-445c-b3a9-aabf2c8f5828" providerId="ADAL" clId="{7B0316E1-0215-4695-93E3-429D72ACCF2C}" dt="2024-09-03T19:52:00.847" v="5536" actId="20577"/>
        <pc:sldMkLst>
          <pc:docMk/>
          <pc:sldMk cId="3771429496" sldId="297"/>
        </pc:sldMkLst>
        <pc:spChg chg="mod">
          <ac:chgData name="Zhao, Jie" userId="7be6526a-30ba-445c-b3a9-aabf2c8f5828" providerId="ADAL" clId="{7B0316E1-0215-4695-93E3-429D72ACCF2C}" dt="2024-09-03T19:44:57.419" v="5021" actId="20577"/>
          <ac:spMkLst>
            <pc:docMk/>
            <pc:sldMk cId="3771429496" sldId="297"/>
            <ac:spMk id="2" creationId="{C93848F5-1552-4316-ADB3-4EE4924B6477}"/>
          </ac:spMkLst>
        </pc:spChg>
        <pc:spChg chg="mod">
          <ac:chgData name="Zhao, Jie" userId="7be6526a-30ba-445c-b3a9-aabf2c8f5828" providerId="ADAL" clId="{7B0316E1-0215-4695-93E3-429D72ACCF2C}" dt="2024-09-03T19:52:00.847" v="5536" actId="20577"/>
          <ac:spMkLst>
            <pc:docMk/>
            <pc:sldMk cId="3771429496" sldId="297"/>
            <ac:spMk id="3" creationId="{2C5DF914-4B40-4A23-8AAC-9CFE7F215ACD}"/>
          </ac:spMkLst>
        </pc:spChg>
        <pc:picChg chg="add del">
          <ac:chgData name="Zhao, Jie" userId="7be6526a-30ba-445c-b3a9-aabf2c8f5828" providerId="ADAL" clId="{7B0316E1-0215-4695-93E3-429D72ACCF2C}" dt="2024-09-03T19:50:48.428" v="5287" actId="22"/>
          <ac:picMkLst>
            <pc:docMk/>
            <pc:sldMk cId="3771429496" sldId="297"/>
            <ac:picMk id="5" creationId="{10436E4D-EBA1-7672-1326-57885F3D1554}"/>
          </ac:picMkLst>
        </pc:picChg>
        <pc:picChg chg="add mod">
          <ac:chgData name="Zhao, Jie" userId="7be6526a-30ba-445c-b3a9-aabf2c8f5828" providerId="ADAL" clId="{7B0316E1-0215-4695-93E3-429D72ACCF2C}" dt="2024-09-03T19:51:19.053" v="5338" actId="1076"/>
          <ac:picMkLst>
            <pc:docMk/>
            <pc:sldMk cId="3771429496" sldId="297"/>
            <ac:picMk id="7" creationId="{C05DD2B2-F34D-482C-DD76-841179163FD2}"/>
          </ac:picMkLst>
        </pc:picChg>
      </pc:sldChg>
      <pc:sldChg chg="add del">
        <pc:chgData name="Zhao, Jie" userId="7be6526a-30ba-445c-b3a9-aabf2c8f5828" providerId="ADAL" clId="{7B0316E1-0215-4695-93E3-429D72ACCF2C}" dt="2024-09-03T19:52:22.198" v="5539" actId="47"/>
        <pc:sldMkLst>
          <pc:docMk/>
          <pc:sldMk cId="972577290" sldId="298"/>
        </pc:sldMkLst>
      </pc:sldChg>
      <pc:sldChg chg="add del">
        <pc:chgData name="Zhao, Jie" userId="7be6526a-30ba-445c-b3a9-aabf2c8f5828" providerId="ADAL" clId="{7B0316E1-0215-4695-93E3-429D72ACCF2C}" dt="2024-09-03T19:52:20.333" v="5538" actId="47"/>
        <pc:sldMkLst>
          <pc:docMk/>
          <pc:sldMk cId="3094690675" sldId="299"/>
        </pc:sldMkLst>
      </pc:sldChg>
      <pc:sldChg chg="addSp delSp modSp add mod">
        <pc:chgData name="Zhao, Jie" userId="7be6526a-30ba-445c-b3a9-aabf2c8f5828" providerId="ADAL" clId="{7B0316E1-0215-4695-93E3-429D72ACCF2C}" dt="2024-09-04T18:07:56.643" v="5635" actId="207"/>
        <pc:sldMkLst>
          <pc:docMk/>
          <pc:sldMk cId="377376240" sldId="300"/>
        </pc:sldMkLst>
        <pc:spChg chg="mod">
          <ac:chgData name="Zhao, Jie" userId="7be6526a-30ba-445c-b3a9-aabf2c8f5828" providerId="ADAL" clId="{7B0316E1-0215-4695-93E3-429D72ACCF2C}" dt="2024-09-04T18:07:56.643" v="5635" actId="207"/>
          <ac:spMkLst>
            <pc:docMk/>
            <pc:sldMk cId="377376240" sldId="300"/>
            <ac:spMk id="2" creationId="{C93848F5-1552-4316-ADB3-4EE4924B6477}"/>
          </ac:spMkLst>
        </pc:spChg>
        <pc:picChg chg="add mod">
          <ac:chgData name="Zhao, Jie" userId="7be6526a-30ba-445c-b3a9-aabf2c8f5828" providerId="ADAL" clId="{7B0316E1-0215-4695-93E3-429D72ACCF2C}" dt="2024-09-03T19:36:15.352" v="4288" actId="14100"/>
          <ac:picMkLst>
            <pc:docMk/>
            <pc:sldMk cId="377376240" sldId="300"/>
            <ac:picMk id="4" creationId="{E5D681DB-771D-8962-B775-78EA7E6AD4CD}"/>
          </ac:picMkLst>
        </pc:picChg>
        <pc:picChg chg="del">
          <ac:chgData name="Zhao, Jie" userId="7be6526a-30ba-445c-b3a9-aabf2c8f5828" providerId="ADAL" clId="{7B0316E1-0215-4695-93E3-429D72ACCF2C}" dt="2024-09-03T19:35:59.271" v="4246" actId="478"/>
          <ac:picMkLst>
            <pc:docMk/>
            <pc:sldMk cId="377376240" sldId="300"/>
            <ac:picMk id="5" creationId="{5D3C4768-3C78-33C9-5243-20B990640143}"/>
          </ac:picMkLst>
        </pc:picChg>
      </pc:sldChg>
      <pc:sldChg chg="addSp delSp modSp add mod">
        <pc:chgData name="Zhao, Jie" userId="7be6526a-30ba-445c-b3a9-aabf2c8f5828" providerId="ADAL" clId="{7B0316E1-0215-4695-93E3-429D72ACCF2C}" dt="2024-09-04T18:09:08.540" v="5644" actId="207"/>
        <pc:sldMkLst>
          <pc:docMk/>
          <pc:sldMk cId="65876261" sldId="301"/>
        </pc:sldMkLst>
        <pc:spChg chg="mod">
          <ac:chgData name="Zhao, Jie" userId="7be6526a-30ba-445c-b3a9-aabf2c8f5828" providerId="ADAL" clId="{7B0316E1-0215-4695-93E3-429D72ACCF2C}" dt="2024-09-04T18:09:08.540" v="5644" actId="207"/>
          <ac:spMkLst>
            <pc:docMk/>
            <pc:sldMk cId="65876261" sldId="301"/>
            <ac:spMk id="2" creationId="{C93848F5-1552-4316-ADB3-4EE4924B6477}"/>
          </ac:spMkLst>
        </pc:spChg>
        <pc:picChg chg="del mod">
          <ac:chgData name="Zhao, Jie" userId="7be6526a-30ba-445c-b3a9-aabf2c8f5828" providerId="ADAL" clId="{7B0316E1-0215-4695-93E3-429D72ACCF2C}" dt="2024-09-03T19:53:32.380" v="5541" actId="478"/>
          <ac:picMkLst>
            <pc:docMk/>
            <pc:sldMk cId="65876261" sldId="301"/>
            <ac:picMk id="4" creationId="{E5D681DB-771D-8962-B775-78EA7E6AD4CD}"/>
          </ac:picMkLst>
        </pc:picChg>
        <pc:picChg chg="add mod">
          <ac:chgData name="Zhao, Jie" userId="7be6526a-30ba-445c-b3a9-aabf2c8f5828" providerId="ADAL" clId="{7B0316E1-0215-4695-93E3-429D72ACCF2C}" dt="2024-09-03T19:53:45.989" v="5575" actId="1076"/>
          <ac:picMkLst>
            <pc:docMk/>
            <pc:sldMk cId="65876261" sldId="301"/>
            <ac:picMk id="5" creationId="{6511A0C7-5661-3AC3-4110-45BFA6E5121B}"/>
          </ac:picMkLst>
        </pc:picChg>
      </pc:sldChg>
    </pc:docChg>
  </pc:docChgLst>
  <pc:docChgLst>
    <pc:chgData name="Zhao, Jie" userId="7be6526a-30ba-445c-b3a9-aabf2c8f5828" providerId="ADAL" clId="{DA3AECA4-66D2-4350-A4B9-9142AC45AD15}"/>
    <pc:docChg chg="undo custSel addSld delSld modSld sldOrd">
      <pc:chgData name="Zhao, Jie" userId="7be6526a-30ba-445c-b3a9-aabf2c8f5828" providerId="ADAL" clId="{DA3AECA4-66D2-4350-A4B9-9142AC45AD15}" dt="2024-09-16T18:59:03.468" v="536" actId="20577"/>
      <pc:docMkLst>
        <pc:docMk/>
      </pc:docMkLst>
      <pc:sldChg chg="modSp mod">
        <pc:chgData name="Zhao, Jie" userId="7be6526a-30ba-445c-b3a9-aabf2c8f5828" providerId="ADAL" clId="{DA3AECA4-66D2-4350-A4B9-9142AC45AD15}" dt="2024-09-16T16:00:34.781" v="32" actId="20577"/>
        <pc:sldMkLst>
          <pc:docMk/>
          <pc:sldMk cId="2199995263" sldId="256"/>
        </pc:sldMkLst>
        <pc:spChg chg="mod">
          <ac:chgData name="Zhao, Jie" userId="7be6526a-30ba-445c-b3a9-aabf2c8f5828" providerId="ADAL" clId="{DA3AECA4-66D2-4350-A4B9-9142AC45AD15}" dt="2024-09-16T16:00:34.781" v="32" actId="20577"/>
          <ac:spMkLst>
            <pc:docMk/>
            <pc:sldMk cId="2199995263" sldId="256"/>
            <ac:spMk id="3" creationId="{2C5DF914-4B40-4A23-8AAC-9CFE7F215ACD}"/>
          </ac:spMkLst>
        </pc:spChg>
      </pc:sldChg>
      <pc:sldChg chg="del">
        <pc:chgData name="Zhao, Jie" userId="7be6526a-30ba-445c-b3a9-aabf2c8f5828" providerId="ADAL" clId="{DA3AECA4-66D2-4350-A4B9-9142AC45AD15}" dt="2024-09-16T16:20:29.039" v="490" actId="47"/>
        <pc:sldMkLst>
          <pc:docMk/>
          <pc:sldMk cId="4038797967" sldId="257"/>
        </pc:sldMkLst>
      </pc:sldChg>
      <pc:sldChg chg="addSp modSp mod">
        <pc:chgData name="Zhao, Jie" userId="7be6526a-30ba-445c-b3a9-aabf2c8f5828" providerId="ADAL" clId="{DA3AECA4-66D2-4350-A4B9-9142AC45AD15}" dt="2024-09-16T16:03:50.124" v="201" actId="1035"/>
        <pc:sldMkLst>
          <pc:docMk/>
          <pc:sldMk cId="3760905314" sldId="281"/>
        </pc:sldMkLst>
        <pc:spChg chg="mod">
          <ac:chgData name="Zhao, Jie" userId="7be6526a-30ba-445c-b3a9-aabf2c8f5828" providerId="ADAL" clId="{DA3AECA4-66D2-4350-A4B9-9142AC45AD15}" dt="2024-09-16T16:01:15.720" v="38" actId="20577"/>
          <ac:spMkLst>
            <pc:docMk/>
            <pc:sldMk cId="3760905314" sldId="281"/>
            <ac:spMk id="2" creationId="{C93848F5-1552-4316-ADB3-4EE4924B6477}"/>
          </ac:spMkLst>
        </pc:spChg>
        <pc:spChg chg="mod">
          <ac:chgData name="Zhao, Jie" userId="7be6526a-30ba-445c-b3a9-aabf2c8f5828" providerId="ADAL" clId="{DA3AECA4-66D2-4350-A4B9-9142AC45AD15}" dt="2024-09-16T16:02:28.140" v="160" actId="1036"/>
          <ac:spMkLst>
            <pc:docMk/>
            <pc:sldMk cId="3760905314" sldId="281"/>
            <ac:spMk id="3" creationId="{2C5DF914-4B40-4A23-8AAC-9CFE7F215ACD}"/>
          </ac:spMkLst>
        </pc:spChg>
        <pc:picChg chg="add mod">
          <ac:chgData name="Zhao, Jie" userId="7be6526a-30ba-445c-b3a9-aabf2c8f5828" providerId="ADAL" clId="{DA3AECA4-66D2-4350-A4B9-9142AC45AD15}" dt="2024-09-16T16:03:50.124" v="201" actId="1035"/>
          <ac:picMkLst>
            <pc:docMk/>
            <pc:sldMk cId="3760905314" sldId="281"/>
            <ac:picMk id="4" creationId="{94F9FADE-A3FF-402F-FE53-12DE41312D84}"/>
          </ac:picMkLst>
        </pc:picChg>
      </pc:sldChg>
      <pc:sldChg chg="addSp delSp modSp mod ord setBg">
        <pc:chgData name="Zhao, Jie" userId="7be6526a-30ba-445c-b3a9-aabf2c8f5828" providerId="ADAL" clId="{DA3AECA4-66D2-4350-A4B9-9142AC45AD15}" dt="2024-09-16T16:09:39.887" v="372" actId="207"/>
        <pc:sldMkLst>
          <pc:docMk/>
          <pc:sldMk cId="3475695164" sldId="285"/>
        </pc:sldMkLst>
        <pc:spChg chg="mod">
          <ac:chgData name="Zhao, Jie" userId="7be6526a-30ba-445c-b3a9-aabf2c8f5828" providerId="ADAL" clId="{DA3AECA4-66D2-4350-A4B9-9142AC45AD15}" dt="2024-09-16T16:09:39.887" v="372" actId="207"/>
          <ac:spMkLst>
            <pc:docMk/>
            <pc:sldMk cId="3475695164" sldId="285"/>
            <ac:spMk id="2" creationId="{C93848F5-1552-4316-ADB3-4EE4924B6477}"/>
          </ac:spMkLst>
        </pc:spChg>
        <pc:spChg chg="del">
          <ac:chgData name="Zhao, Jie" userId="7be6526a-30ba-445c-b3a9-aabf2c8f5828" providerId="ADAL" clId="{DA3AECA4-66D2-4350-A4B9-9142AC45AD15}" dt="2024-09-16T16:08:12.999" v="334" actId="478"/>
          <ac:spMkLst>
            <pc:docMk/>
            <pc:sldMk cId="3475695164" sldId="285"/>
            <ac:spMk id="3" creationId="{2C5DF914-4B40-4A23-8AAC-9CFE7F215ACD}"/>
          </ac:spMkLst>
        </pc:spChg>
        <pc:spChg chg="add del mod">
          <ac:chgData name="Zhao, Jie" userId="7be6526a-30ba-445c-b3a9-aabf2c8f5828" providerId="ADAL" clId="{DA3AECA4-66D2-4350-A4B9-9142AC45AD15}" dt="2024-09-16T16:08:17.886" v="335" actId="478"/>
          <ac:spMkLst>
            <pc:docMk/>
            <pc:sldMk cId="3475695164" sldId="285"/>
            <ac:spMk id="5" creationId="{79FB5FBC-CA50-B907-7EE3-BF404148E8D8}"/>
          </ac:spMkLst>
        </pc:spChg>
        <pc:spChg chg="add del">
          <ac:chgData name="Zhao, Jie" userId="7be6526a-30ba-445c-b3a9-aabf2c8f5828" providerId="ADAL" clId="{DA3AECA4-66D2-4350-A4B9-9142AC45AD15}" dt="2024-09-16T16:08:29.147" v="338" actId="26606"/>
          <ac:spMkLst>
            <pc:docMk/>
            <pc:sldMk cId="3475695164" sldId="285"/>
            <ac:spMk id="11" creationId="{A4AC5506-6312-4701-8D3C-40187889A947}"/>
          </ac:spMkLst>
        </pc:spChg>
        <pc:spChg chg="add">
          <ac:chgData name="Zhao, Jie" userId="7be6526a-30ba-445c-b3a9-aabf2c8f5828" providerId="ADAL" clId="{DA3AECA4-66D2-4350-A4B9-9142AC45AD15}" dt="2024-09-16T16:08:40.410" v="340" actId="26606"/>
          <ac:spMkLst>
            <pc:docMk/>
            <pc:sldMk cId="3475695164" sldId="285"/>
            <ac:spMk id="12" creationId="{BCED4D40-4B67-4331-AC48-79B82B4A47D8}"/>
          </ac:spMkLst>
        </pc:spChg>
        <pc:spChg chg="add">
          <ac:chgData name="Zhao, Jie" userId="7be6526a-30ba-445c-b3a9-aabf2c8f5828" providerId="ADAL" clId="{DA3AECA4-66D2-4350-A4B9-9142AC45AD15}" dt="2024-09-16T16:08:40.410" v="340" actId="26606"/>
          <ac:spMkLst>
            <pc:docMk/>
            <pc:sldMk cId="3475695164" sldId="285"/>
            <ac:spMk id="14" creationId="{670CEDEF-4F34-412E-84EE-329C1E936AF5}"/>
          </ac:spMkLst>
        </pc:spChg>
        <pc:graphicFrameChg chg="add mod modGraphic">
          <ac:chgData name="Zhao, Jie" userId="7be6526a-30ba-445c-b3a9-aabf2c8f5828" providerId="ADAL" clId="{DA3AECA4-66D2-4350-A4B9-9142AC45AD15}" dt="2024-09-16T16:08:29.147" v="338" actId="26606"/>
          <ac:graphicFrameMkLst>
            <pc:docMk/>
            <pc:sldMk cId="3475695164" sldId="285"/>
            <ac:graphicFrameMk id="6" creationId="{DA8320E6-EDCC-DA80-4782-CA898DD477AA}"/>
          </ac:graphicFrameMkLst>
        </pc:graphicFrameChg>
        <pc:graphicFrameChg chg="add mod modGraphic">
          <ac:chgData name="Zhao, Jie" userId="7be6526a-30ba-445c-b3a9-aabf2c8f5828" providerId="ADAL" clId="{DA3AECA4-66D2-4350-A4B9-9142AC45AD15}" dt="2024-09-16T16:08:55.160" v="364" actId="1035"/>
          <ac:graphicFrameMkLst>
            <pc:docMk/>
            <pc:sldMk cId="3475695164" sldId="285"/>
            <ac:graphicFrameMk id="7" creationId="{3C4A60FD-8625-4F98-3348-E7E4E6C119F9}"/>
          </ac:graphicFrameMkLst>
        </pc:graphicFrameChg>
      </pc:sldChg>
      <pc:sldChg chg="del">
        <pc:chgData name="Zhao, Jie" userId="7be6526a-30ba-445c-b3a9-aabf2c8f5828" providerId="ADAL" clId="{DA3AECA4-66D2-4350-A4B9-9142AC45AD15}" dt="2024-09-16T16:22:40.746" v="492" actId="47"/>
        <pc:sldMkLst>
          <pc:docMk/>
          <pc:sldMk cId="1344119544" sldId="287"/>
        </pc:sldMkLst>
      </pc:sldChg>
      <pc:sldChg chg="del">
        <pc:chgData name="Zhao, Jie" userId="7be6526a-30ba-445c-b3a9-aabf2c8f5828" providerId="ADAL" clId="{DA3AECA4-66D2-4350-A4B9-9142AC45AD15}" dt="2024-09-16T16:22:41.123" v="493" actId="47"/>
        <pc:sldMkLst>
          <pc:docMk/>
          <pc:sldMk cId="1834639436" sldId="290"/>
        </pc:sldMkLst>
      </pc:sldChg>
      <pc:sldChg chg="del">
        <pc:chgData name="Zhao, Jie" userId="7be6526a-30ba-445c-b3a9-aabf2c8f5828" providerId="ADAL" clId="{DA3AECA4-66D2-4350-A4B9-9142AC45AD15}" dt="2024-09-16T16:22:40.389" v="491" actId="47"/>
        <pc:sldMkLst>
          <pc:docMk/>
          <pc:sldMk cId="1600943045" sldId="293"/>
        </pc:sldMkLst>
      </pc:sldChg>
      <pc:sldChg chg="del">
        <pc:chgData name="Zhao, Jie" userId="7be6526a-30ba-445c-b3a9-aabf2c8f5828" providerId="ADAL" clId="{DA3AECA4-66D2-4350-A4B9-9142AC45AD15}" dt="2024-09-16T16:22:41.409" v="494" actId="47"/>
        <pc:sldMkLst>
          <pc:docMk/>
          <pc:sldMk cId="3647568943" sldId="295"/>
        </pc:sldMkLst>
      </pc:sldChg>
      <pc:sldChg chg="del">
        <pc:chgData name="Zhao, Jie" userId="7be6526a-30ba-445c-b3a9-aabf2c8f5828" providerId="ADAL" clId="{DA3AECA4-66D2-4350-A4B9-9142AC45AD15}" dt="2024-09-16T16:22:41.610" v="495" actId="47"/>
        <pc:sldMkLst>
          <pc:docMk/>
          <pc:sldMk cId="2102985497" sldId="296"/>
        </pc:sldMkLst>
      </pc:sldChg>
      <pc:sldChg chg="del">
        <pc:chgData name="Zhao, Jie" userId="7be6526a-30ba-445c-b3a9-aabf2c8f5828" providerId="ADAL" clId="{DA3AECA4-66D2-4350-A4B9-9142AC45AD15}" dt="2024-09-16T16:22:41.789" v="496" actId="47"/>
        <pc:sldMkLst>
          <pc:docMk/>
          <pc:sldMk cId="3771429496" sldId="297"/>
        </pc:sldMkLst>
      </pc:sldChg>
      <pc:sldChg chg="del">
        <pc:chgData name="Zhao, Jie" userId="7be6526a-30ba-445c-b3a9-aabf2c8f5828" providerId="ADAL" clId="{DA3AECA4-66D2-4350-A4B9-9142AC45AD15}" dt="2024-09-16T16:22:42.213" v="497" actId="47"/>
        <pc:sldMkLst>
          <pc:docMk/>
          <pc:sldMk cId="3733652109" sldId="298"/>
        </pc:sldMkLst>
      </pc:sldChg>
      <pc:sldChg chg="del">
        <pc:chgData name="Zhao, Jie" userId="7be6526a-30ba-445c-b3a9-aabf2c8f5828" providerId="ADAL" clId="{DA3AECA4-66D2-4350-A4B9-9142AC45AD15}" dt="2024-09-16T16:22:42.564" v="498" actId="47"/>
        <pc:sldMkLst>
          <pc:docMk/>
          <pc:sldMk cId="1962113866" sldId="299"/>
        </pc:sldMkLst>
      </pc:sldChg>
      <pc:sldChg chg="del">
        <pc:chgData name="Zhao, Jie" userId="7be6526a-30ba-445c-b3a9-aabf2c8f5828" providerId="ADAL" clId="{DA3AECA4-66D2-4350-A4B9-9142AC45AD15}" dt="2024-09-16T16:22:42.950" v="499" actId="47"/>
        <pc:sldMkLst>
          <pc:docMk/>
          <pc:sldMk cId="2423630258" sldId="300"/>
        </pc:sldMkLst>
      </pc:sldChg>
      <pc:sldChg chg="addSp delSp modSp add mod">
        <pc:chgData name="Zhao, Jie" userId="7be6526a-30ba-445c-b3a9-aabf2c8f5828" providerId="ADAL" clId="{DA3AECA4-66D2-4350-A4B9-9142AC45AD15}" dt="2024-09-16T16:03:55.525" v="204" actId="1035"/>
        <pc:sldMkLst>
          <pc:docMk/>
          <pc:sldMk cId="6708950" sldId="301"/>
        </pc:sldMkLst>
        <pc:spChg chg="mod">
          <ac:chgData name="Zhao, Jie" userId="7be6526a-30ba-445c-b3a9-aabf2c8f5828" providerId="ADAL" clId="{DA3AECA4-66D2-4350-A4B9-9142AC45AD15}" dt="2024-09-16T16:02:49.526" v="173" actId="20577"/>
          <ac:spMkLst>
            <pc:docMk/>
            <pc:sldMk cId="6708950" sldId="301"/>
            <ac:spMk id="2" creationId="{C93848F5-1552-4316-ADB3-4EE4924B6477}"/>
          </ac:spMkLst>
        </pc:spChg>
        <pc:spChg chg="mod">
          <ac:chgData name="Zhao, Jie" userId="7be6526a-30ba-445c-b3a9-aabf2c8f5828" providerId="ADAL" clId="{DA3AECA4-66D2-4350-A4B9-9142AC45AD15}" dt="2024-09-16T16:03:33.722" v="192" actId="6549"/>
          <ac:spMkLst>
            <pc:docMk/>
            <pc:sldMk cId="6708950" sldId="301"/>
            <ac:spMk id="3" creationId="{2C5DF914-4B40-4A23-8AAC-9CFE7F215ACD}"/>
          </ac:spMkLst>
        </pc:spChg>
        <pc:picChg chg="del">
          <ac:chgData name="Zhao, Jie" userId="7be6526a-30ba-445c-b3a9-aabf2c8f5828" providerId="ADAL" clId="{DA3AECA4-66D2-4350-A4B9-9142AC45AD15}" dt="2024-09-16T16:02:55.247" v="174" actId="478"/>
          <ac:picMkLst>
            <pc:docMk/>
            <pc:sldMk cId="6708950" sldId="301"/>
            <ac:picMk id="4" creationId="{94F9FADE-A3FF-402F-FE53-12DE41312D84}"/>
          </ac:picMkLst>
        </pc:picChg>
        <pc:picChg chg="add mod">
          <ac:chgData name="Zhao, Jie" userId="7be6526a-30ba-445c-b3a9-aabf2c8f5828" providerId="ADAL" clId="{DA3AECA4-66D2-4350-A4B9-9142AC45AD15}" dt="2024-09-16T16:03:55.525" v="204" actId="1035"/>
          <ac:picMkLst>
            <pc:docMk/>
            <pc:sldMk cId="6708950" sldId="301"/>
            <ac:picMk id="5" creationId="{BBB8372D-3491-B132-284D-8F5C89AE743A}"/>
          </ac:picMkLst>
        </pc:picChg>
      </pc:sldChg>
      <pc:sldChg chg="addSp delSp modSp add mod ord">
        <pc:chgData name="Zhao, Jie" userId="7be6526a-30ba-445c-b3a9-aabf2c8f5828" providerId="ADAL" clId="{DA3AECA4-66D2-4350-A4B9-9142AC45AD15}" dt="2024-09-16T18:59:03.468" v="536" actId="20577"/>
        <pc:sldMkLst>
          <pc:docMk/>
          <pc:sldMk cId="2915334604" sldId="302"/>
        </pc:sldMkLst>
        <pc:spChg chg="mod">
          <ac:chgData name="Zhao, Jie" userId="7be6526a-30ba-445c-b3a9-aabf2c8f5828" providerId="ADAL" clId="{DA3AECA4-66D2-4350-A4B9-9142AC45AD15}" dt="2024-09-16T16:09:18.167" v="368" actId="20577"/>
          <ac:spMkLst>
            <pc:docMk/>
            <pc:sldMk cId="2915334604" sldId="302"/>
            <ac:spMk id="2" creationId="{C93848F5-1552-4316-ADB3-4EE4924B6477}"/>
          </ac:spMkLst>
        </pc:spChg>
        <pc:spChg chg="mod">
          <ac:chgData name="Zhao, Jie" userId="7be6526a-30ba-445c-b3a9-aabf2c8f5828" providerId="ADAL" clId="{DA3AECA4-66D2-4350-A4B9-9142AC45AD15}" dt="2024-09-16T18:59:03.468" v="536" actId="20577"/>
          <ac:spMkLst>
            <pc:docMk/>
            <pc:sldMk cId="2915334604" sldId="302"/>
            <ac:spMk id="3" creationId="{2C5DF914-4B40-4A23-8AAC-9CFE7F215ACD}"/>
          </ac:spMkLst>
        </pc:spChg>
        <pc:picChg chg="del">
          <ac:chgData name="Zhao, Jie" userId="7be6526a-30ba-445c-b3a9-aabf2c8f5828" providerId="ADAL" clId="{DA3AECA4-66D2-4350-A4B9-9142AC45AD15}" dt="2024-09-16T16:04:25.285" v="214" actId="478"/>
          <ac:picMkLst>
            <pc:docMk/>
            <pc:sldMk cId="2915334604" sldId="302"/>
            <ac:picMk id="4" creationId="{94F9FADE-A3FF-402F-FE53-12DE41312D84}"/>
          </ac:picMkLst>
        </pc:picChg>
        <pc:picChg chg="add mod">
          <ac:chgData name="Zhao, Jie" userId="7be6526a-30ba-445c-b3a9-aabf2c8f5828" providerId="ADAL" clId="{DA3AECA4-66D2-4350-A4B9-9142AC45AD15}" dt="2024-09-16T16:05:22.267" v="236" actId="1076"/>
          <ac:picMkLst>
            <pc:docMk/>
            <pc:sldMk cId="2915334604" sldId="302"/>
            <ac:picMk id="5" creationId="{47301E29-5565-8F29-4926-D82CA1E53B8A}"/>
          </ac:picMkLst>
        </pc:picChg>
        <pc:picChg chg="add mod">
          <ac:chgData name="Zhao, Jie" userId="7be6526a-30ba-445c-b3a9-aabf2c8f5828" providerId="ADAL" clId="{DA3AECA4-66D2-4350-A4B9-9142AC45AD15}" dt="2024-09-16T16:06:33.841" v="316" actId="1076"/>
          <ac:picMkLst>
            <pc:docMk/>
            <pc:sldMk cId="2915334604" sldId="302"/>
            <ac:picMk id="6" creationId="{05F00BE9-45B9-2852-FE5B-A8616C620488}"/>
          </ac:picMkLst>
        </pc:picChg>
      </pc:sldChg>
      <pc:sldChg chg="addSp delSp modSp add mod">
        <pc:chgData name="Zhao, Jie" userId="7be6526a-30ba-445c-b3a9-aabf2c8f5828" providerId="ADAL" clId="{DA3AECA4-66D2-4350-A4B9-9142AC45AD15}" dt="2024-09-16T16:11:55.039" v="430" actId="20577"/>
        <pc:sldMkLst>
          <pc:docMk/>
          <pc:sldMk cId="3716270855" sldId="303"/>
        </pc:sldMkLst>
        <pc:spChg chg="mod">
          <ac:chgData name="Zhao, Jie" userId="7be6526a-30ba-445c-b3a9-aabf2c8f5828" providerId="ADAL" clId="{DA3AECA4-66D2-4350-A4B9-9142AC45AD15}" dt="2024-09-16T16:11:15.458" v="407" actId="20577"/>
          <ac:spMkLst>
            <pc:docMk/>
            <pc:sldMk cId="3716270855" sldId="303"/>
            <ac:spMk id="2" creationId="{C93848F5-1552-4316-ADB3-4EE4924B6477}"/>
          </ac:spMkLst>
        </pc:spChg>
        <pc:spChg chg="mod">
          <ac:chgData name="Zhao, Jie" userId="7be6526a-30ba-445c-b3a9-aabf2c8f5828" providerId="ADAL" clId="{DA3AECA4-66D2-4350-A4B9-9142AC45AD15}" dt="2024-09-16T16:11:55.039" v="430" actId="20577"/>
          <ac:spMkLst>
            <pc:docMk/>
            <pc:sldMk cId="3716270855" sldId="303"/>
            <ac:spMk id="3" creationId="{2C5DF914-4B40-4A23-8AAC-9CFE7F215ACD}"/>
          </ac:spMkLst>
        </pc:spChg>
        <pc:picChg chg="del">
          <ac:chgData name="Zhao, Jie" userId="7be6526a-30ba-445c-b3a9-aabf2c8f5828" providerId="ADAL" clId="{DA3AECA4-66D2-4350-A4B9-9142AC45AD15}" dt="2024-09-16T16:11:17.237" v="408" actId="478"/>
          <ac:picMkLst>
            <pc:docMk/>
            <pc:sldMk cId="3716270855" sldId="303"/>
            <ac:picMk id="4" creationId="{94F9FADE-A3FF-402F-FE53-12DE41312D84}"/>
          </ac:picMkLst>
        </pc:picChg>
        <pc:picChg chg="add mod">
          <ac:chgData name="Zhao, Jie" userId="7be6526a-30ba-445c-b3a9-aabf2c8f5828" providerId="ADAL" clId="{DA3AECA4-66D2-4350-A4B9-9142AC45AD15}" dt="2024-09-16T16:11:31.701" v="419" actId="1076"/>
          <ac:picMkLst>
            <pc:docMk/>
            <pc:sldMk cId="3716270855" sldId="303"/>
            <ac:picMk id="5" creationId="{D4444095-9998-B801-9167-3FEE8EAD66A3}"/>
          </ac:picMkLst>
        </pc:picChg>
      </pc:sldChg>
      <pc:sldChg chg="addSp delSp modSp add del mod">
        <pc:chgData name="Zhao, Jie" userId="7be6526a-30ba-445c-b3a9-aabf2c8f5828" providerId="ADAL" clId="{DA3AECA4-66D2-4350-A4B9-9142AC45AD15}" dt="2024-09-16T16:22:46.268" v="501" actId="47"/>
        <pc:sldMkLst>
          <pc:docMk/>
          <pc:sldMk cId="3016096703" sldId="304"/>
        </pc:sldMkLst>
        <pc:spChg chg="mod">
          <ac:chgData name="Zhao, Jie" userId="7be6526a-30ba-445c-b3a9-aabf2c8f5828" providerId="ADAL" clId="{DA3AECA4-66D2-4350-A4B9-9142AC45AD15}" dt="2024-09-16T16:19:14.589" v="470" actId="20577"/>
          <ac:spMkLst>
            <pc:docMk/>
            <pc:sldMk cId="3016096703" sldId="304"/>
            <ac:spMk id="2" creationId="{C93848F5-1552-4316-ADB3-4EE4924B6477}"/>
          </ac:spMkLst>
        </pc:spChg>
        <pc:spChg chg="mod">
          <ac:chgData name="Zhao, Jie" userId="7be6526a-30ba-445c-b3a9-aabf2c8f5828" providerId="ADAL" clId="{DA3AECA4-66D2-4350-A4B9-9142AC45AD15}" dt="2024-09-16T16:20:00.391" v="489" actId="20577"/>
          <ac:spMkLst>
            <pc:docMk/>
            <pc:sldMk cId="3016096703" sldId="304"/>
            <ac:spMk id="3" creationId="{2C5DF914-4B40-4A23-8AAC-9CFE7F215ACD}"/>
          </ac:spMkLst>
        </pc:spChg>
        <pc:picChg chg="del">
          <ac:chgData name="Zhao, Jie" userId="7be6526a-30ba-445c-b3a9-aabf2c8f5828" providerId="ADAL" clId="{DA3AECA4-66D2-4350-A4B9-9142AC45AD15}" dt="2024-09-16T16:19:20.667" v="471" actId="478"/>
          <ac:picMkLst>
            <pc:docMk/>
            <pc:sldMk cId="3016096703" sldId="304"/>
            <ac:picMk id="4" creationId="{94F9FADE-A3FF-402F-FE53-12DE41312D84}"/>
          </ac:picMkLst>
        </pc:picChg>
        <pc:picChg chg="add mod">
          <ac:chgData name="Zhao, Jie" userId="7be6526a-30ba-445c-b3a9-aabf2c8f5828" providerId="ADAL" clId="{DA3AECA4-66D2-4350-A4B9-9142AC45AD15}" dt="2024-09-16T16:19:36.264" v="481" actId="1076"/>
          <ac:picMkLst>
            <pc:docMk/>
            <pc:sldMk cId="3016096703" sldId="304"/>
            <ac:picMk id="5" creationId="{479AB6A5-7E42-EC5E-01C6-876DE6C8FF0C}"/>
          </ac:picMkLst>
        </pc:picChg>
      </pc:sldChg>
      <pc:sldChg chg="addSp delSp modSp add mod">
        <pc:chgData name="Zhao, Jie" userId="7be6526a-30ba-445c-b3a9-aabf2c8f5828" providerId="ADAL" clId="{DA3AECA4-66D2-4350-A4B9-9142AC45AD15}" dt="2024-09-16T16:10:51.088" v="397" actId="27636"/>
        <pc:sldMkLst>
          <pc:docMk/>
          <pc:sldMk cId="4209100737" sldId="305"/>
        </pc:sldMkLst>
        <pc:spChg chg="mod">
          <ac:chgData name="Zhao, Jie" userId="7be6526a-30ba-445c-b3a9-aabf2c8f5828" providerId="ADAL" clId="{DA3AECA4-66D2-4350-A4B9-9142AC45AD15}" dt="2024-09-16T16:10:04.992" v="375" actId="20577"/>
          <ac:spMkLst>
            <pc:docMk/>
            <pc:sldMk cId="4209100737" sldId="305"/>
            <ac:spMk id="2" creationId="{C93848F5-1552-4316-ADB3-4EE4924B6477}"/>
          </ac:spMkLst>
        </pc:spChg>
        <pc:spChg chg="mod">
          <ac:chgData name="Zhao, Jie" userId="7be6526a-30ba-445c-b3a9-aabf2c8f5828" providerId="ADAL" clId="{DA3AECA4-66D2-4350-A4B9-9142AC45AD15}" dt="2024-09-16T16:10:51.088" v="397" actId="27636"/>
          <ac:spMkLst>
            <pc:docMk/>
            <pc:sldMk cId="4209100737" sldId="305"/>
            <ac:spMk id="3" creationId="{2C5DF914-4B40-4A23-8AAC-9CFE7F215ACD}"/>
          </ac:spMkLst>
        </pc:spChg>
        <pc:picChg chg="add mod">
          <ac:chgData name="Zhao, Jie" userId="7be6526a-30ba-445c-b3a9-aabf2c8f5828" providerId="ADAL" clId="{DA3AECA4-66D2-4350-A4B9-9142AC45AD15}" dt="2024-09-16T16:10:23.147" v="384" actId="1076"/>
          <ac:picMkLst>
            <pc:docMk/>
            <pc:sldMk cId="4209100737" sldId="305"/>
            <ac:picMk id="4" creationId="{E7C965FE-FBA2-EDA5-5C58-8A216C1ACFD2}"/>
          </ac:picMkLst>
        </pc:picChg>
        <pc:picChg chg="del">
          <ac:chgData name="Zhao, Jie" userId="7be6526a-30ba-445c-b3a9-aabf2c8f5828" providerId="ADAL" clId="{DA3AECA4-66D2-4350-A4B9-9142AC45AD15}" dt="2024-09-16T16:10:12.689" v="376" actId="478"/>
          <ac:picMkLst>
            <pc:docMk/>
            <pc:sldMk cId="4209100737" sldId="305"/>
            <ac:picMk id="6" creationId="{05F00BE9-45B9-2852-FE5B-A8616C620488}"/>
          </ac:picMkLst>
        </pc:picChg>
      </pc:sldChg>
      <pc:sldChg chg="addSp delSp modSp add del mod setBg delDesignElem">
        <pc:chgData name="Zhao, Jie" userId="7be6526a-30ba-445c-b3a9-aabf2c8f5828" providerId="ADAL" clId="{DA3AECA4-66D2-4350-A4B9-9142AC45AD15}" dt="2024-09-16T16:13:47.451" v="444" actId="47"/>
        <pc:sldMkLst>
          <pc:docMk/>
          <pc:sldMk cId="2021138820" sldId="306"/>
        </pc:sldMkLst>
        <pc:spChg chg="del mod">
          <ac:chgData name="Zhao, Jie" userId="7be6526a-30ba-445c-b3a9-aabf2c8f5828" providerId="ADAL" clId="{DA3AECA4-66D2-4350-A4B9-9142AC45AD15}" dt="2024-09-16T16:13:01.200" v="436" actId="478"/>
          <ac:spMkLst>
            <pc:docMk/>
            <pc:sldMk cId="2021138820" sldId="306"/>
            <ac:spMk id="2" creationId="{C93848F5-1552-4316-ADB3-4EE4924B6477}"/>
          </ac:spMkLst>
        </pc:spChg>
        <pc:spChg chg="add del mod">
          <ac:chgData name="Zhao, Jie" userId="7be6526a-30ba-445c-b3a9-aabf2c8f5828" providerId="ADAL" clId="{DA3AECA4-66D2-4350-A4B9-9142AC45AD15}" dt="2024-09-16T16:13:04.929" v="437" actId="478"/>
          <ac:spMkLst>
            <pc:docMk/>
            <pc:sldMk cId="2021138820" sldId="306"/>
            <ac:spMk id="5" creationId="{06FE574C-00FB-EBB4-0BC9-3D9716EAA0A4}"/>
          </ac:spMkLst>
        </pc:spChg>
        <pc:spChg chg="add del">
          <ac:chgData name="Zhao, Jie" userId="7be6526a-30ba-445c-b3a9-aabf2c8f5828" providerId="ADAL" clId="{DA3AECA4-66D2-4350-A4B9-9142AC45AD15}" dt="2024-09-16T16:13:16.332" v="442" actId="26606"/>
          <ac:spMkLst>
            <pc:docMk/>
            <pc:sldMk cId="2021138820" sldId="306"/>
            <ac:spMk id="8" creationId="{A4AC5506-6312-4701-8D3C-40187889A947}"/>
          </ac:spMkLst>
        </pc:spChg>
        <pc:spChg chg="add del">
          <ac:chgData name="Zhao, Jie" userId="7be6526a-30ba-445c-b3a9-aabf2c8f5828" providerId="ADAL" clId="{DA3AECA4-66D2-4350-A4B9-9142AC45AD15}" dt="2024-09-16T16:13:42.412" v="443" actId="478"/>
          <ac:spMkLst>
            <pc:docMk/>
            <pc:sldMk cId="2021138820" sldId="306"/>
            <ac:spMk id="10" creationId="{32BC26D8-82FB-445E-AA49-62A77D7C1EE0}"/>
          </ac:spMkLst>
        </pc:spChg>
        <pc:spChg chg="add del">
          <ac:chgData name="Zhao, Jie" userId="7be6526a-30ba-445c-b3a9-aabf2c8f5828" providerId="ADAL" clId="{DA3AECA4-66D2-4350-A4B9-9142AC45AD15}" dt="2024-09-16T16:13:42.412" v="443" actId="478"/>
          <ac:spMkLst>
            <pc:docMk/>
            <pc:sldMk cId="2021138820" sldId="306"/>
            <ac:spMk id="11" creationId="{CB44330D-EA18-4254-AA95-EB49948539B8}"/>
          </ac:spMkLst>
        </pc:spChg>
        <pc:spChg chg="del">
          <ac:chgData name="Zhao, Jie" userId="7be6526a-30ba-445c-b3a9-aabf2c8f5828" providerId="ADAL" clId="{DA3AECA4-66D2-4350-A4B9-9142AC45AD15}" dt="2024-09-16T16:12:02.574" v="432"/>
          <ac:spMkLst>
            <pc:docMk/>
            <pc:sldMk cId="2021138820" sldId="306"/>
            <ac:spMk id="12" creationId="{BCED4D40-4B67-4331-AC48-79B82B4A47D8}"/>
          </ac:spMkLst>
        </pc:spChg>
        <pc:spChg chg="add del">
          <ac:chgData name="Zhao, Jie" userId="7be6526a-30ba-445c-b3a9-aabf2c8f5828" providerId="ADAL" clId="{DA3AECA4-66D2-4350-A4B9-9142AC45AD15}" dt="2024-09-16T16:13:10.800" v="439" actId="26606"/>
          <ac:spMkLst>
            <pc:docMk/>
            <pc:sldMk cId="2021138820" sldId="306"/>
            <ac:spMk id="13" creationId="{69D184B2-2226-4E31-BCCB-444330767440}"/>
          </ac:spMkLst>
        </pc:spChg>
        <pc:spChg chg="del">
          <ac:chgData name="Zhao, Jie" userId="7be6526a-30ba-445c-b3a9-aabf2c8f5828" providerId="ADAL" clId="{DA3AECA4-66D2-4350-A4B9-9142AC45AD15}" dt="2024-09-16T16:12:02.574" v="432"/>
          <ac:spMkLst>
            <pc:docMk/>
            <pc:sldMk cId="2021138820" sldId="306"/>
            <ac:spMk id="14" creationId="{670CEDEF-4F34-412E-84EE-329C1E936AF5}"/>
          </ac:spMkLst>
        </pc:spChg>
        <pc:spChg chg="add del">
          <ac:chgData name="Zhao, Jie" userId="7be6526a-30ba-445c-b3a9-aabf2c8f5828" providerId="ADAL" clId="{DA3AECA4-66D2-4350-A4B9-9142AC45AD15}" dt="2024-09-16T16:13:10.800" v="439" actId="26606"/>
          <ac:spMkLst>
            <pc:docMk/>
            <pc:sldMk cId="2021138820" sldId="306"/>
            <ac:spMk id="15" creationId="{1AC4D4E3-486A-464A-8EC8-D44881097267}"/>
          </ac:spMkLst>
        </pc:spChg>
        <pc:spChg chg="add del">
          <ac:chgData name="Zhao, Jie" userId="7be6526a-30ba-445c-b3a9-aabf2c8f5828" providerId="ADAL" clId="{DA3AECA4-66D2-4350-A4B9-9142AC45AD15}" dt="2024-09-16T16:13:10.800" v="439" actId="26606"/>
          <ac:spMkLst>
            <pc:docMk/>
            <pc:sldMk cId="2021138820" sldId="306"/>
            <ac:spMk id="17" creationId="{864DE13E-58EB-4475-B79C-0D4FC651239B}"/>
          </ac:spMkLst>
        </pc:spChg>
        <pc:graphicFrameChg chg="add del mod modGraphic">
          <ac:chgData name="Zhao, Jie" userId="7be6526a-30ba-445c-b3a9-aabf2c8f5828" providerId="ADAL" clId="{DA3AECA4-66D2-4350-A4B9-9142AC45AD15}" dt="2024-09-16T16:13:42.412" v="443" actId="478"/>
          <ac:graphicFrameMkLst>
            <pc:docMk/>
            <pc:sldMk cId="2021138820" sldId="306"/>
            <ac:graphicFrameMk id="3" creationId="{6FD69AFC-6C2C-BFC2-E86C-4AA1D7ABA7E3}"/>
          </ac:graphicFrameMkLst>
        </pc:graphicFrameChg>
        <pc:graphicFrameChg chg="del">
          <ac:chgData name="Zhao, Jie" userId="7be6526a-30ba-445c-b3a9-aabf2c8f5828" providerId="ADAL" clId="{DA3AECA4-66D2-4350-A4B9-9142AC45AD15}" dt="2024-09-16T16:12:27.373" v="433" actId="478"/>
          <ac:graphicFrameMkLst>
            <pc:docMk/>
            <pc:sldMk cId="2021138820" sldId="306"/>
            <ac:graphicFrameMk id="7" creationId="{3C4A60FD-8625-4F98-3348-E7E4E6C119F9}"/>
          </ac:graphicFrameMkLst>
        </pc:graphicFrameChg>
      </pc:sldChg>
      <pc:sldChg chg="addSp delSp modSp add mod setBg delDesignElem">
        <pc:chgData name="Zhao, Jie" userId="7be6526a-30ba-445c-b3a9-aabf2c8f5828" providerId="ADAL" clId="{DA3AECA4-66D2-4350-A4B9-9142AC45AD15}" dt="2024-09-16T16:15:13.873" v="458" actId="14734"/>
        <pc:sldMkLst>
          <pc:docMk/>
          <pc:sldMk cId="3032052043" sldId="306"/>
        </pc:sldMkLst>
        <pc:spChg chg="mod">
          <ac:chgData name="Zhao, Jie" userId="7be6526a-30ba-445c-b3a9-aabf2c8f5828" providerId="ADAL" clId="{DA3AECA4-66D2-4350-A4B9-9142AC45AD15}" dt="2024-09-16T16:14:28.439" v="452" actId="26606"/>
          <ac:spMkLst>
            <pc:docMk/>
            <pc:sldMk cId="3032052043" sldId="306"/>
            <ac:spMk id="2" creationId="{C93848F5-1552-4316-ADB3-4EE4924B6477}"/>
          </ac:spMkLst>
        </pc:spChg>
        <pc:spChg chg="add del">
          <ac:chgData name="Zhao, Jie" userId="7be6526a-30ba-445c-b3a9-aabf2c8f5828" providerId="ADAL" clId="{DA3AECA4-66D2-4350-A4B9-9142AC45AD15}" dt="2024-09-16T16:14:20.011" v="450" actId="26606"/>
          <ac:spMkLst>
            <pc:docMk/>
            <pc:sldMk cId="3032052043" sldId="306"/>
            <ac:spMk id="8" creationId="{BCED4D40-4B67-4331-AC48-79B82B4A47D8}"/>
          </ac:spMkLst>
        </pc:spChg>
        <pc:spChg chg="add del">
          <ac:chgData name="Zhao, Jie" userId="7be6526a-30ba-445c-b3a9-aabf2c8f5828" providerId="ADAL" clId="{DA3AECA4-66D2-4350-A4B9-9142AC45AD15}" dt="2024-09-16T16:14:20.011" v="450" actId="26606"/>
          <ac:spMkLst>
            <pc:docMk/>
            <pc:sldMk cId="3032052043" sldId="306"/>
            <ac:spMk id="10" creationId="{670CEDEF-4F34-412E-84EE-329C1E936AF5}"/>
          </ac:spMkLst>
        </pc:spChg>
        <pc:spChg chg="del">
          <ac:chgData name="Zhao, Jie" userId="7be6526a-30ba-445c-b3a9-aabf2c8f5828" providerId="ADAL" clId="{DA3AECA4-66D2-4350-A4B9-9142AC45AD15}" dt="2024-09-16T16:13:54.151" v="446"/>
          <ac:spMkLst>
            <pc:docMk/>
            <pc:sldMk cId="3032052043" sldId="306"/>
            <ac:spMk id="12" creationId="{BCED4D40-4B67-4331-AC48-79B82B4A47D8}"/>
          </ac:spMkLst>
        </pc:spChg>
        <pc:spChg chg="add del">
          <ac:chgData name="Zhao, Jie" userId="7be6526a-30ba-445c-b3a9-aabf2c8f5828" providerId="ADAL" clId="{DA3AECA4-66D2-4350-A4B9-9142AC45AD15}" dt="2024-09-16T16:14:28.439" v="452" actId="26606"/>
          <ac:spMkLst>
            <pc:docMk/>
            <pc:sldMk cId="3032052043" sldId="306"/>
            <ac:spMk id="13" creationId="{A4AC5506-6312-4701-8D3C-40187889A947}"/>
          </ac:spMkLst>
        </pc:spChg>
        <pc:spChg chg="del">
          <ac:chgData name="Zhao, Jie" userId="7be6526a-30ba-445c-b3a9-aabf2c8f5828" providerId="ADAL" clId="{DA3AECA4-66D2-4350-A4B9-9142AC45AD15}" dt="2024-09-16T16:13:54.151" v="446"/>
          <ac:spMkLst>
            <pc:docMk/>
            <pc:sldMk cId="3032052043" sldId="306"/>
            <ac:spMk id="14" creationId="{670CEDEF-4F34-412E-84EE-329C1E936AF5}"/>
          </ac:spMkLst>
        </pc:spChg>
        <pc:graphicFrameChg chg="add mod modGraphic">
          <ac:chgData name="Zhao, Jie" userId="7be6526a-30ba-445c-b3a9-aabf2c8f5828" providerId="ADAL" clId="{DA3AECA4-66D2-4350-A4B9-9142AC45AD15}" dt="2024-09-16T16:14:28.439" v="452" actId="26606"/>
          <ac:graphicFrameMkLst>
            <pc:docMk/>
            <pc:sldMk cId="3032052043" sldId="306"/>
            <ac:graphicFrameMk id="3" creationId="{054DB6A6-15A5-1D07-9A22-B0FE715ABE57}"/>
          </ac:graphicFrameMkLst>
        </pc:graphicFrameChg>
        <pc:graphicFrameChg chg="add mod modGraphic">
          <ac:chgData name="Zhao, Jie" userId="7be6526a-30ba-445c-b3a9-aabf2c8f5828" providerId="ADAL" clId="{DA3AECA4-66D2-4350-A4B9-9142AC45AD15}" dt="2024-09-16T16:15:13.873" v="458" actId="14734"/>
          <ac:graphicFrameMkLst>
            <pc:docMk/>
            <pc:sldMk cId="3032052043" sldId="306"/>
            <ac:graphicFrameMk id="4" creationId="{FA0391B3-F861-B271-5F92-24EA106D15BD}"/>
          </ac:graphicFrameMkLst>
        </pc:graphicFrameChg>
        <pc:graphicFrameChg chg="del">
          <ac:chgData name="Zhao, Jie" userId="7be6526a-30ba-445c-b3a9-aabf2c8f5828" providerId="ADAL" clId="{DA3AECA4-66D2-4350-A4B9-9142AC45AD15}" dt="2024-09-16T16:14:09.260" v="447" actId="478"/>
          <ac:graphicFrameMkLst>
            <pc:docMk/>
            <pc:sldMk cId="3032052043" sldId="306"/>
            <ac:graphicFrameMk id="7" creationId="{3C4A60FD-8625-4F98-3348-E7E4E6C119F9}"/>
          </ac:graphicFrameMkLst>
        </pc:graphicFrameChg>
      </pc:sldChg>
    </pc:docChg>
  </pc:docChgLst>
  <pc:docChgLst>
    <pc:chgData name="Zhao, Jie" userId="7be6526a-30ba-445c-b3a9-aabf2c8f5828" providerId="ADAL" clId="{616990C0-CDC4-47BC-82B3-6D3329034547}"/>
    <pc:docChg chg="undo custSel addSld delSld modSld">
      <pc:chgData name="Zhao, Jie" userId="7be6526a-30ba-445c-b3a9-aabf2c8f5828" providerId="ADAL" clId="{616990C0-CDC4-47BC-82B3-6D3329034547}" dt="2024-08-25T20:38:23.493" v="4502" actId="47"/>
      <pc:docMkLst>
        <pc:docMk/>
      </pc:docMkLst>
      <pc:sldChg chg="modSp mod">
        <pc:chgData name="Zhao, Jie" userId="7be6526a-30ba-445c-b3a9-aabf2c8f5828" providerId="ADAL" clId="{616990C0-CDC4-47BC-82B3-6D3329034547}" dt="2024-08-25T20:38:15.109" v="4501" actId="20577"/>
        <pc:sldMkLst>
          <pc:docMk/>
          <pc:sldMk cId="2199995263" sldId="256"/>
        </pc:sldMkLst>
        <pc:spChg chg="mod">
          <ac:chgData name="Zhao, Jie" userId="7be6526a-30ba-445c-b3a9-aabf2c8f5828" providerId="ADAL" clId="{616990C0-CDC4-47BC-82B3-6D3329034547}" dt="2024-08-25T20:38:15.109" v="4501" actId="20577"/>
          <ac:spMkLst>
            <pc:docMk/>
            <pc:sldMk cId="2199995263" sldId="256"/>
            <ac:spMk id="3" creationId="{2C5DF914-4B40-4A23-8AAC-9CFE7F215ACD}"/>
          </ac:spMkLst>
        </pc:spChg>
      </pc:sldChg>
      <pc:sldChg chg="modSp mod">
        <pc:chgData name="Zhao, Jie" userId="7be6526a-30ba-445c-b3a9-aabf2c8f5828" providerId="ADAL" clId="{616990C0-CDC4-47BC-82B3-6D3329034547}" dt="2024-08-25T20:37:58.083" v="4497" actId="20577"/>
        <pc:sldMkLst>
          <pc:docMk/>
          <pc:sldMk cId="4038797967" sldId="257"/>
        </pc:sldMkLst>
        <pc:spChg chg="mod">
          <ac:chgData name="Zhao, Jie" userId="7be6526a-30ba-445c-b3a9-aabf2c8f5828" providerId="ADAL" clId="{616990C0-CDC4-47BC-82B3-6D3329034547}" dt="2024-08-25T20:37:58.083" v="4497" actId="20577"/>
          <ac:spMkLst>
            <pc:docMk/>
            <pc:sldMk cId="4038797967" sldId="257"/>
            <ac:spMk id="3" creationId="{2C5DF914-4B40-4A23-8AAC-9CFE7F215ACD}"/>
          </ac:spMkLst>
        </pc:spChg>
      </pc:sldChg>
      <pc:sldChg chg="del">
        <pc:chgData name="Zhao, Jie" userId="7be6526a-30ba-445c-b3a9-aabf2c8f5828" providerId="ADAL" clId="{616990C0-CDC4-47BC-82B3-6D3329034547}" dt="2024-08-25T20:37:17.319" v="4492" actId="47"/>
        <pc:sldMkLst>
          <pc:docMk/>
          <pc:sldMk cId="1192227364" sldId="266"/>
        </pc:sldMkLst>
      </pc:sldChg>
      <pc:sldChg chg="del">
        <pc:chgData name="Zhao, Jie" userId="7be6526a-30ba-445c-b3a9-aabf2c8f5828" providerId="ADAL" clId="{616990C0-CDC4-47BC-82B3-6D3329034547}" dt="2024-08-25T20:37:17.507" v="4493" actId="47"/>
        <pc:sldMkLst>
          <pc:docMk/>
          <pc:sldMk cId="1710609153" sldId="267"/>
        </pc:sldMkLst>
      </pc:sldChg>
      <pc:sldChg chg="del">
        <pc:chgData name="Zhao, Jie" userId="7be6526a-30ba-445c-b3a9-aabf2c8f5828" providerId="ADAL" clId="{616990C0-CDC4-47BC-82B3-6D3329034547}" dt="2024-08-25T20:37:17.683" v="4494" actId="47"/>
        <pc:sldMkLst>
          <pc:docMk/>
          <pc:sldMk cId="2202845043" sldId="268"/>
        </pc:sldMkLst>
      </pc:sldChg>
      <pc:sldChg chg="del">
        <pc:chgData name="Zhao, Jie" userId="7be6526a-30ba-445c-b3a9-aabf2c8f5828" providerId="ADAL" clId="{616990C0-CDC4-47BC-82B3-6D3329034547}" dt="2024-08-25T20:38:23.493" v="4502" actId="47"/>
        <pc:sldMkLst>
          <pc:docMk/>
          <pc:sldMk cId="3365004106" sldId="269"/>
        </pc:sldMkLst>
      </pc:sldChg>
      <pc:sldChg chg="delSp modSp mod">
        <pc:chgData name="Zhao, Jie" userId="7be6526a-30ba-445c-b3a9-aabf2c8f5828" providerId="ADAL" clId="{616990C0-CDC4-47BC-82B3-6D3329034547}" dt="2024-08-25T20:07:59.289" v="281" actId="20577"/>
        <pc:sldMkLst>
          <pc:docMk/>
          <pc:sldMk cId="3760905314" sldId="281"/>
        </pc:sldMkLst>
        <pc:spChg chg="mod">
          <ac:chgData name="Zhao, Jie" userId="7be6526a-30ba-445c-b3a9-aabf2c8f5828" providerId="ADAL" clId="{616990C0-CDC4-47BC-82B3-6D3329034547}" dt="2024-08-25T20:06:11.684" v="90" actId="207"/>
          <ac:spMkLst>
            <pc:docMk/>
            <pc:sldMk cId="3760905314" sldId="281"/>
            <ac:spMk id="2" creationId="{C93848F5-1552-4316-ADB3-4EE4924B6477}"/>
          </ac:spMkLst>
        </pc:spChg>
        <pc:spChg chg="mod">
          <ac:chgData name="Zhao, Jie" userId="7be6526a-30ba-445c-b3a9-aabf2c8f5828" providerId="ADAL" clId="{616990C0-CDC4-47BC-82B3-6D3329034547}" dt="2024-08-25T20:07:59.289" v="281" actId="20577"/>
          <ac:spMkLst>
            <pc:docMk/>
            <pc:sldMk cId="3760905314" sldId="281"/>
            <ac:spMk id="3" creationId="{2C5DF914-4B40-4A23-8AAC-9CFE7F215ACD}"/>
          </ac:spMkLst>
        </pc:spChg>
        <pc:spChg chg="del">
          <ac:chgData name="Zhao, Jie" userId="7be6526a-30ba-445c-b3a9-aabf2c8f5828" providerId="ADAL" clId="{616990C0-CDC4-47BC-82B3-6D3329034547}" dt="2024-08-25T20:06:38.478" v="149" actId="478"/>
          <ac:spMkLst>
            <pc:docMk/>
            <pc:sldMk cId="3760905314" sldId="281"/>
            <ac:spMk id="9" creationId="{0E278B2D-78FE-FA67-6B44-01963C19C191}"/>
          </ac:spMkLst>
        </pc:spChg>
        <pc:picChg chg="del">
          <ac:chgData name="Zhao, Jie" userId="7be6526a-30ba-445c-b3a9-aabf2c8f5828" providerId="ADAL" clId="{616990C0-CDC4-47BC-82B3-6D3329034547}" dt="2024-08-25T20:06:36.404" v="148" actId="478"/>
          <ac:picMkLst>
            <pc:docMk/>
            <pc:sldMk cId="3760905314" sldId="281"/>
            <ac:picMk id="8" creationId="{FE31A5D9-DC2C-DB2C-6A3A-C46C2852BC09}"/>
          </ac:picMkLst>
        </pc:picChg>
      </pc:sldChg>
      <pc:sldChg chg="del">
        <pc:chgData name="Zhao, Jie" userId="7be6526a-30ba-445c-b3a9-aabf2c8f5828" providerId="ADAL" clId="{616990C0-CDC4-47BC-82B3-6D3329034547}" dt="2024-08-25T20:37:23.216" v="4495" actId="47"/>
        <pc:sldMkLst>
          <pc:docMk/>
          <pc:sldMk cId="2631880895" sldId="283"/>
        </pc:sldMkLst>
      </pc:sldChg>
      <pc:sldChg chg="del">
        <pc:chgData name="Zhao, Jie" userId="7be6526a-30ba-445c-b3a9-aabf2c8f5828" providerId="ADAL" clId="{616990C0-CDC4-47BC-82B3-6D3329034547}" dt="2024-08-25T20:37:25.043" v="4496" actId="47"/>
        <pc:sldMkLst>
          <pc:docMk/>
          <pc:sldMk cId="3121208546" sldId="284"/>
        </pc:sldMkLst>
      </pc:sldChg>
      <pc:sldChg chg="modSp add mod">
        <pc:chgData name="Zhao, Jie" userId="7be6526a-30ba-445c-b3a9-aabf2c8f5828" providerId="ADAL" clId="{616990C0-CDC4-47BC-82B3-6D3329034547}" dt="2024-08-25T20:15:23.511" v="1004" actId="255"/>
        <pc:sldMkLst>
          <pc:docMk/>
          <pc:sldMk cId="3475695164" sldId="285"/>
        </pc:sldMkLst>
        <pc:spChg chg="mod">
          <ac:chgData name="Zhao, Jie" userId="7be6526a-30ba-445c-b3a9-aabf2c8f5828" providerId="ADAL" clId="{616990C0-CDC4-47BC-82B3-6D3329034547}" dt="2024-08-25T20:15:23.511" v="1004" actId="255"/>
          <ac:spMkLst>
            <pc:docMk/>
            <pc:sldMk cId="3475695164" sldId="285"/>
            <ac:spMk id="2" creationId="{C93848F5-1552-4316-ADB3-4EE4924B6477}"/>
          </ac:spMkLst>
        </pc:spChg>
        <pc:spChg chg="mod">
          <ac:chgData name="Zhao, Jie" userId="7be6526a-30ba-445c-b3a9-aabf2c8f5828" providerId="ADAL" clId="{616990C0-CDC4-47BC-82B3-6D3329034547}" dt="2024-08-25T20:15:15.078" v="1003" actId="27636"/>
          <ac:spMkLst>
            <pc:docMk/>
            <pc:sldMk cId="3475695164" sldId="285"/>
            <ac:spMk id="3" creationId="{2C5DF914-4B40-4A23-8AAC-9CFE7F215ACD}"/>
          </ac:spMkLst>
        </pc:spChg>
      </pc:sldChg>
      <pc:sldChg chg="modSp add mod">
        <pc:chgData name="Zhao, Jie" userId="7be6526a-30ba-445c-b3a9-aabf2c8f5828" providerId="ADAL" clId="{616990C0-CDC4-47BC-82B3-6D3329034547}" dt="2024-08-25T20:17:57.884" v="1336" actId="20577"/>
        <pc:sldMkLst>
          <pc:docMk/>
          <pc:sldMk cId="951489133" sldId="286"/>
        </pc:sldMkLst>
        <pc:spChg chg="mod">
          <ac:chgData name="Zhao, Jie" userId="7be6526a-30ba-445c-b3a9-aabf2c8f5828" providerId="ADAL" clId="{616990C0-CDC4-47BC-82B3-6D3329034547}" dt="2024-08-25T20:16:00.686" v="1018" actId="20577"/>
          <ac:spMkLst>
            <pc:docMk/>
            <pc:sldMk cId="951489133" sldId="286"/>
            <ac:spMk id="2" creationId="{C93848F5-1552-4316-ADB3-4EE4924B6477}"/>
          </ac:spMkLst>
        </pc:spChg>
        <pc:spChg chg="mod">
          <ac:chgData name="Zhao, Jie" userId="7be6526a-30ba-445c-b3a9-aabf2c8f5828" providerId="ADAL" clId="{616990C0-CDC4-47BC-82B3-6D3329034547}" dt="2024-08-25T20:17:57.884" v="1336" actId="20577"/>
          <ac:spMkLst>
            <pc:docMk/>
            <pc:sldMk cId="951489133" sldId="286"/>
            <ac:spMk id="3" creationId="{2C5DF914-4B40-4A23-8AAC-9CFE7F215ACD}"/>
          </ac:spMkLst>
        </pc:spChg>
      </pc:sldChg>
      <pc:sldChg chg="modSp add mod">
        <pc:chgData name="Zhao, Jie" userId="7be6526a-30ba-445c-b3a9-aabf2c8f5828" providerId="ADAL" clId="{616990C0-CDC4-47BC-82B3-6D3329034547}" dt="2024-08-25T20:21:41.701" v="1855" actId="20577"/>
        <pc:sldMkLst>
          <pc:docMk/>
          <pc:sldMk cId="1344119544" sldId="287"/>
        </pc:sldMkLst>
        <pc:spChg chg="mod">
          <ac:chgData name="Zhao, Jie" userId="7be6526a-30ba-445c-b3a9-aabf2c8f5828" providerId="ADAL" clId="{616990C0-CDC4-47BC-82B3-6D3329034547}" dt="2024-08-25T20:18:39.238" v="1357" actId="255"/>
          <ac:spMkLst>
            <pc:docMk/>
            <pc:sldMk cId="1344119544" sldId="287"/>
            <ac:spMk id="2" creationId="{C93848F5-1552-4316-ADB3-4EE4924B6477}"/>
          </ac:spMkLst>
        </pc:spChg>
        <pc:spChg chg="mod">
          <ac:chgData name="Zhao, Jie" userId="7be6526a-30ba-445c-b3a9-aabf2c8f5828" providerId="ADAL" clId="{616990C0-CDC4-47BC-82B3-6D3329034547}" dt="2024-08-25T20:21:41.701" v="1855" actId="20577"/>
          <ac:spMkLst>
            <pc:docMk/>
            <pc:sldMk cId="1344119544" sldId="287"/>
            <ac:spMk id="3" creationId="{2C5DF914-4B40-4A23-8AAC-9CFE7F215ACD}"/>
          </ac:spMkLst>
        </pc:spChg>
      </pc:sldChg>
      <pc:sldChg chg="modSp add mod">
        <pc:chgData name="Zhao, Jie" userId="7be6526a-30ba-445c-b3a9-aabf2c8f5828" providerId="ADAL" clId="{616990C0-CDC4-47BC-82B3-6D3329034547}" dt="2024-08-25T20:24:36.794" v="2368" actId="20577"/>
        <pc:sldMkLst>
          <pc:docMk/>
          <pc:sldMk cId="2880740745" sldId="288"/>
        </pc:sldMkLst>
        <pc:spChg chg="mod">
          <ac:chgData name="Zhao, Jie" userId="7be6526a-30ba-445c-b3a9-aabf2c8f5828" providerId="ADAL" clId="{616990C0-CDC4-47BC-82B3-6D3329034547}" dt="2024-08-25T20:22:08.930" v="1888" actId="20577"/>
          <ac:spMkLst>
            <pc:docMk/>
            <pc:sldMk cId="2880740745" sldId="288"/>
            <ac:spMk id="2" creationId="{C93848F5-1552-4316-ADB3-4EE4924B6477}"/>
          </ac:spMkLst>
        </pc:spChg>
        <pc:spChg chg="mod">
          <ac:chgData name="Zhao, Jie" userId="7be6526a-30ba-445c-b3a9-aabf2c8f5828" providerId="ADAL" clId="{616990C0-CDC4-47BC-82B3-6D3329034547}" dt="2024-08-25T20:24:36.794" v="2368" actId="20577"/>
          <ac:spMkLst>
            <pc:docMk/>
            <pc:sldMk cId="2880740745" sldId="288"/>
            <ac:spMk id="3" creationId="{2C5DF914-4B40-4A23-8AAC-9CFE7F215ACD}"/>
          </ac:spMkLst>
        </pc:spChg>
      </pc:sldChg>
      <pc:sldChg chg="modSp add mod">
        <pc:chgData name="Zhao, Jie" userId="7be6526a-30ba-445c-b3a9-aabf2c8f5828" providerId="ADAL" clId="{616990C0-CDC4-47BC-82B3-6D3329034547}" dt="2024-08-25T20:27:07.846" v="2834" actId="20577"/>
        <pc:sldMkLst>
          <pc:docMk/>
          <pc:sldMk cId="2790480711" sldId="289"/>
        </pc:sldMkLst>
        <pc:spChg chg="mod">
          <ac:chgData name="Zhao, Jie" userId="7be6526a-30ba-445c-b3a9-aabf2c8f5828" providerId="ADAL" clId="{616990C0-CDC4-47BC-82B3-6D3329034547}" dt="2024-08-25T20:24:56.693" v="2382" actId="20577"/>
          <ac:spMkLst>
            <pc:docMk/>
            <pc:sldMk cId="2790480711" sldId="289"/>
            <ac:spMk id="2" creationId="{C93848F5-1552-4316-ADB3-4EE4924B6477}"/>
          </ac:spMkLst>
        </pc:spChg>
        <pc:spChg chg="mod">
          <ac:chgData name="Zhao, Jie" userId="7be6526a-30ba-445c-b3a9-aabf2c8f5828" providerId="ADAL" clId="{616990C0-CDC4-47BC-82B3-6D3329034547}" dt="2024-08-25T20:27:07.846" v="2834" actId="20577"/>
          <ac:spMkLst>
            <pc:docMk/>
            <pc:sldMk cId="2790480711" sldId="289"/>
            <ac:spMk id="3" creationId="{2C5DF914-4B40-4A23-8AAC-9CFE7F215ACD}"/>
          </ac:spMkLst>
        </pc:spChg>
      </pc:sldChg>
      <pc:sldChg chg="modSp add mod">
        <pc:chgData name="Zhao, Jie" userId="7be6526a-30ba-445c-b3a9-aabf2c8f5828" providerId="ADAL" clId="{616990C0-CDC4-47BC-82B3-6D3329034547}" dt="2024-08-25T20:30:34.450" v="3561" actId="20577"/>
        <pc:sldMkLst>
          <pc:docMk/>
          <pc:sldMk cId="1834639436" sldId="290"/>
        </pc:sldMkLst>
        <pc:spChg chg="mod">
          <ac:chgData name="Zhao, Jie" userId="7be6526a-30ba-445c-b3a9-aabf2c8f5828" providerId="ADAL" clId="{616990C0-CDC4-47BC-82B3-6D3329034547}" dt="2024-08-25T20:27:24.771" v="2854" actId="20577"/>
          <ac:spMkLst>
            <pc:docMk/>
            <pc:sldMk cId="1834639436" sldId="290"/>
            <ac:spMk id="2" creationId="{C93848F5-1552-4316-ADB3-4EE4924B6477}"/>
          </ac:spMkLst>
        </pc:spChg>
        <pc:spChg chg="mod">
          <ac:chgData name="Zhao, Jie" userId="7be6526a-30ba-445c-b3a9-aabf2c8f5828" providerId="ADAL" clId="{616990C0-CDC4-47BC-82B3-6D3329034547}" dt="2024-08-25T20:30:34.450" v="3561" actId="20577"/>
          <ac:spMkLst>
            <pc:docMk/>
            <pc:sldMk cId="1834639436" sldId="290"/>
            <ac:spMk id="3" creationId="{2C5DF914-4B40-4A23-8AAC-9CFE7F215ACD}"/>
          </ac:spMkLst>
        </pc:spChg>
      </pc:sldChg>
      <pc:sldChg chg="modSp add mod">
        <pc:chgData name="Zhao, Jie" userId="7be6526a-30ba-445c-b3a9-aabf2c8f5828" providerId="ADAL" clId="{616990C0-CDC4-47BC-82B3-6D3329034547}" dt="2024-08-25T20:32:25.693" v="3948" actId="20577"/>
        <pc:sldMkLst>
          <pc:docMk/>
          <pc:sldMk cId="941714667" sldId="291"/>
        </pc:sldMkLst>
        <pc:spChg chg="mod">
          <ac:chgData name="Zhao, Jie" userId="7be6526a-30ba-445c-b3a9-aabf2c8f5828" providerId="ADAL" clId="{616990C0-CDC4-47BC-82B3-6D3329034547}" dt="2024-08-25T20:31:12.882" v="3601" actId="20577"/>
          <ac:spMkLst>
            <pc:docMk/>
            <pc:sldMk cId="941714667" sldId="291"/>
            <ac:spMk id="2" creationId="{C93848F5-1552-4316-ADB3-4EE4924B6477}"/>
          </ac:spMkLst>
        </pc:spChg>
        <pc:spChg chg="mod">
          <ac:chgData name="Zhao, Jie" userId="7be6526a-30ba-445c-b3a9-aabf2c8f5828" providerId="ADAL" clId="{616990C0-CDC4-47BC-82B3-6D3329034547}" dt="2024-08-25T20:32:25.693" v="3948" actId="20577"/>
          <ac:spMkLst>
            <pc:docMk/>
            <pc:sldMk cId="941714667" sldId="291"/>
            <ac:spMk id="3" creationId="{2C5DF914-4B40-4A23-8AAC-9CFE7F215ACD}"/>
          </ac:spMkLst>
        </pc:spChg>
      </pc:sldChg>
      <pc:sldChg chg="modSp add mod">
        <pc:chgData name="Zhao, Jie" userId="7be6526a-30ba-445c-b3a9-aabf2c8f5828" providerId="ADAL" clId="{616990C0-CDC4-47BC-82B3-6D3329034547}" dt="2024-08-25T20:37:05.336" v="4491" actId="20577"/>
        <pc:sldMkLst>
          <pc:docMk/>
          <pc:sldMk cId="4226161942" sldId="292"/>
        </pc:sldMkLst>
        <pc:spChg chg="mod">
          <ac:chgData name="Zhao, Jie" userId="7be6526a-30ba-445c-b3a9-aabf2c8f5828" providerId="ADAL" clId="{616990C0-CDC4-47BC-82B3-6D3329034547}" dt="2024-08-25T20:34:39.679" v="3974" actId="20577"/>
          <ac:spMkLst>
            <pc:docMk/>
            <pc:sldMk cId="4226161942" sldId="292"/>
            <ac:spMk id="2" creationId="{C93848F5-1552-4316-ADB3-4EE4924B6477}"/>
          </ac:spMkLst>
        </pc:spChg>
        <pc:spChg chg="mod">
          <ac:chgData name="Zhao, Jie" userId="7be6526a-30ba-445c-b3a9-aabf2c8f5828" providerId="ADAL" clId="{616990C0-CDC4-47BC-82B3-6D3329034547}" dt="2024-08-25T20:37:05.336" v="4491" actId="20577"/>
          <ac:spMkLst>
            <pc:docMk/>
            <pc:sldMk cId="4226161942" sldId="292"/>
            <ac:spMk id="3" creationId="{2C5DF914-4B40-4A23-8AAC-9CFE7F215ACD}"/>
          </ac:spMkLst>
        </pc:spChg>
      </pc:sldChg>
    </pc:docChg>
  </pc:docChgLst>
  <pc:docChgLst>
    <pc:chgData name="Zhao, Jie" userId="7be6526a-30ba-445c-b3a9-aabf2c8f5828" providerId="ADAL" clId="{3522288B-D9DC-48A7-AA22-6D6FE181B150}"/>
    <pc:docChg chg="modSld">
      <pc:chgData name="Zhao, Jie" userId="7be6526a-30ba-445c-b3a9-aabf2c8f5828" providerId="ADAL" clId="{3522288B-D9DC-48A7-AA22-6D6FE181B150}" dt="2025-02-25T00:36:28.666" v="10" actId="120"/>
      <pc:docMkLst>
        <pc:docMk/>
      </pc:docMkLst>
      <pc:sldChg chg="modSp mod">
        <pc:chgData name="Zhao, Jie" userId="7be6526a-30ba-445c-b3a9-aabf2c8f5828" providerId="ADAL" clId="{3522288B-D9DC-48A7-AA22-6D6FE181B150}" dt="2025-02-25T00:33:10.973" v="9" actId="20577"/>
        <pc:sldMkLst>
          <pc:docMk/>
          <pc:sldMk cId="2199995263" sldId="256"/>
        </pc:sldMkLst>
        <pc:spChg chg="mod">
          <ac:chgData name="Zhao, Jie" userId="7be6526a-30ba-445c-b3a9-aabf2c8f5828" providerId="ADAL" clId="{3522288B-D9DC-48A7-AA22-6D6FE181B150}" dt="2025-02-25T00:33:10.973" v="9" actId="20577"/>
          <ac:spMkLst>
            <pc:docMk/>
            <pc:sldMk cId="2199995263" sldId="256"/>
            <ac:spMk id="3" creationId="{2C5DF914-4B40-4A23-8AAC-9CFE7F215ACD}"/>
          </ac:spMkLst>
        </pc:spChg>
      </pc:sldChg>
      <pc:sldChg chg="modSp mod">
        <pc:chgData name="Zhao, Jie" userId="7be6526a-30ba-445c-b3a9-aabf2c8f5828" providerId="ADAL" clId="{3522288B-D9DC-48A7-AA22-6D6FE181B150}" dt="2025-02-25T00:36:28.666" v="10" actId="120"/>
        <pc:sldMkLst>
          <pc:docMk/>
          <pc:sldMk cId="1838224532" sldId="303"/>
        </pc:sldMkLst>
        <pc:graphicFrameChg chg="modGraphic">
          <ac:chgData name="Zhao, Jie" userId="7be6526a-30ba-445c-b3a9-aabf2c8f5828" providerId="ADAL" clId="{3522288B-D9DC-48A7-AA22-6D6FE181B150}" dt="2025-02-25T00:36:28.666" v="10" actId="120"/>
          <ac:graphicFrameMkLst>
            <pc:docMk/>
            <pc:sldMk cId="1838224532" sldId="303"/>
            <ac:graphicFrameMk id="4" creationId="{4C4CB1C8-3771-370E-7C5B-C4DE4E2530F6}"/>
          </ac:graphicFrameMkLst>
        </pc:graphicFrameChg>
      </pc:sldChg>
    </pc:docChg>
  </pc:docChgLst>
  <pc:docChgLst>
    <pc:chgData name="Zhao, Jie" userId="7be6526a-30ba-445c-b3a9-aabf2c8f5828" providerId="ADAL" clId="{050B320A-64D1-4AC9-9C5D-134126A50FFB}"/>
    <pc:docChg chg="undo custSel addSld modSld">
      <pc:chgData name="Zhao, Jie" userId="7be6526a-30ba-445c-b3a9-aabf2c8f5828" providerId="ADAL" clId="{050B320A-64D1-4AC9-9C5D-134126A50FFB}" dt="2024-08-27T21:26:29.615" v="988" actId="207"/>
      <pc:docMkLst>
        <pc:docMk/>
      </pc:docMkLst>
      <pc:sldChg chg="modSp mod">
        <pc:chgData name="Zhao, Jie" userId="7be6526a-30ba-445c-b3a9-aabf2c8f5828" providerId="ADAL" clId="{050B320A-64D1-4AC9-9C5D-134126A50FFB}" dt="2024-08-27T21:25:36.103" v="978" actId="207"/>
        <pc:sldMkLst>
          <pc:docMk/>
          <pc:sldMk cId="3760905314" sldId="281"/>
        </pc:sldMkLst>
        <pc:spChg chg="mod">
          <ac:chgData name="Zhao, Jie" userId="7be6526a-30ba-445c-b3a9-aabf2c8f5828" providerId="ADAL" clId="{050B320A-64D1-4AC9-9C5D-134126A50FFB}" dt="2024-08-27T21:25:36.103" v="978" actId="207"/>
          <ac:spMkLst>
            <pc:docMk/>
            <pc:sldMk cId="3760905314" sldId="281"/>
            <ac:spMk id="2" creationId="{C93848F5-1552-4316-ADB3-4EE4924B6477}"/>
          </ac:spMkLst>
        </pc:spChg>
      </pc:sldChg>
      <pc:sldChg chg="modSp mod">
        <pc:chgData name="Zhao, Jie" userId="7be6526a-30ba-445c-b3a9-aabf2c8f5828" providerId="ADAL" clId="{050B320A-64D1-4AC9-9C5D-134126A50FFB}" dt="2024-08-27T21:25:49.780" v="980" actId="207"/>
        <pc:sldMkLst>
          <pc:docMk/>
          <pc:sldMk cId="3475695164" sldId="285"/>
        </pc:sldMkLst>
        <pc:spChg chg="mod">
          <ac:chgData name="Zhao, Jie" userId="7be6526a-30ba-445c-b3a9-aabf2c8f5828" providerId="ADAL" clId="{050B320A-64D1-4AC9-9C5D-134126A50FFB}" dt="2024-08-27T21:25:49.780" v="980" actId="207"/>
          <ac:spMkLst>
            <pc:docMk/>
            <pc:sldMk cId="3475695164" sldId="285"/>
            <ac:spMk id="2" creationId="{C93848F5-1552-4316-ADB3-4EE4924B6477}"/>
          </ac:spMkLst>
        </pc:spChg>
        <pc:spChg chg="mod">
          <ac:chgData name="Zhao, Jie" userId="7be6526a-30ba-445c-b3a9-aabf2c8f5828" providerId="ADAL" clId="{050B320A-64D1-4AC9-9C5D-134126A50FFB}" dt="2024-08-27T21:15:10.141" v="797" actId="1076"/>
          <ac:spMkLst>
            <pc:docMk/>
            <pc:sldMk cId="3475695164" sldId="285"/>
            <ac:spMk id="3" creationId="{2C5DF914-4B40-4A23-8AAC-9CFE7F215ACD}"/>
          </ac:spMkLst>
        </pc:spChg>
      </pc:sldChg>
      <pc:sldChg chg="addSp delSp modSp mod">
        <pc:chgData name="Zhao, Jie" userId="7be6526a-30ba-445c-b3a9-aabf2c8f5828" providerId="ADAL" clId="{050B320A-64D1-4AC9-9C5D-134126A50FFB}" dt="2024-08-27T21:25:57.950" v="982" actId="207"/>
        <pc:sldMkLst>
          <pc:docMk/>
          <pc:sldMk cId="951489133" sldId="286"/>
        </pc:sldMkLst>
        <pc:spChg chg="mod">
          <ac:chgData name="Zhao, Jie" userId="7be6526a-30ba-445c-b3a9-aabf2c8f5828" providerId="ADAL" clId="{050B320A-64D1-4AC9-9C5D-134126A50FFB}" dt="2024-08-27T21:25:57.950" v="982" actId="207"/>
          <ac:spMkLst>
            <pc:docMk/>
            <pc:sldMk cId="951489133" sldId="286"/>
            <ac:spMk id="2" creationId="{C93848F5-1552-4316-ADB3-4EE4924B6477}"/>
          </ac:spMkLst>
        </pc:spChg>
        <pc:spChg chg="del mod">
          <ac:chgData name="Zhao, Jie" userId="7be6526a-30ba-445c-b3a9-aabf2c8f5828" providerId="ADAL" clId="{050B320A-64D1-4AC9-9C5D-134126A50FFB}" dt="2024-08-27T21:02:34.684" v="17" actId="478"/>
          <ac:spMkLst>
            <pc:docMk/>
            <pc:sldMk cId="951489133" sldId="286"/>
            <ac:spMk id="3" creationId="{2C5DF914-4B40-4A23-8AAC-9CFE7F215ACD}"/>
          </ac:spMkLst>
        </pc:spChg>
        <pc:spChg chg="add del">
          <ac:chgData name="Zhao, Jie" userId="7be6526a-30ba-445c-b3a9-aabf2c8f5828" providerId="ADAL" clId="{050B320A-64D1-4AC9-9C5D-134126A50FFB}" dt="2024-08-27T21:01:50.066" v="13" actId="478"/>
          <ac:spMkLst>
            <pc:docMk/>
            <pc:sldMk cId="951489133" sldId="286"/>
            <ac:spMk id="5" creationId="{71A49813-1BDE-56C4-279B-53534AED6EF9}"/>
          </ac:spMkLst>
        </pc:spChg>
        <pc:spChg chg="add del mod">
          <ac:chgData name="Zhao, Jie" userId="7be6526a-30ba-445c-b3a9-aabf2c8f5828" providerId="ADAL" clId="{050B320A-64D1-4AC9-9C5D-134126A50FFB}" dt="2024-08-27T21:02:39.746" v="18" actId="478"/>
          <ac:spMkLst>
            <pc:docMk/>
            <pc:sldMk cId="951489133" sldId="286"/>
            <ac:spMk id="9" creationId="{3FE1E198-B15F-2838-1A46-3DBCBA092279}"/>
          </ac:spMkLst>
        </pc:spChg>
        <pc:spChg chg="add mod">
          <ac:chgData name="Zhao, Jie" userId="7be6526a-30ba-445c-b3a9-aabf2c8f5828" providerId="ADAL" clId="{050B320A-64D1-4AC9-9C5D-134126A50FFB}" dt="2024-08-27T21:10:19.622" v="347"/>
          <ac:spMkLst>
            <pc:docMk/>
            <pc:sldMk cId="951489133" sldId="286"/>
            <ac:spMk id="10" creationId="{B1E93B3A-BBCB-DA4C-5FA3-C24D01C3088B}"/>
          </ac:spMkLst>
        </pc:spChg>
        <pc:picChg chg="add mod">
          <ac:chgData name="Zhao, Jie" userId="7be6526a-30ba-445c-b3a9-aabf2c8f5828" providerId="ADAL" clId="{050B320A-64D1-4AC9-9C5D-134126A50FFB}" dt="2024-08-27T21:10:21.414" v="350" actId="1076"/>
          <ac:picMkLst>
            <pc:docMk/>
            <pc:sldMk cId="951489133" sldId="286"/>
            <ac:picMk id="7" creationId="{37DEDCDB-598F-0D1C-4BF1-D60630D59314}"/>
          </ac:picMkLst>
        </pc:picChg>
      </pc:sldChg>
      <pc:sldChg chg="modSp mod">
        <pc:chgData name="Zhao, Jie" userId="7be6526a-30ba-445c-b3a9-aabf2c8f5828" providerId="ADAL" clId="{050B320A-64D1-4AC9-9C5D-134126A50FFB}" dt="2024-08-27T21:26:05.463" v="983" actId="207"/>
        <pc:sldMkLst>
          <pc:docMk/>
          <pc:sldMk cId="1344119544" sldId="287"/>
        </pc:sldMkLst>
        <pc:spChg chg="mod">
          <ac:chgData name="Zhao, Jie" userId="7be6526a-30ba-445c-b3a9-aabf2c8f5828" providerId="ADAL" clId="{050B320A-64D1-4AC9-9C5D-134126A50FFB}" dt="2024-08-27T21:26:05.463" v="983" actId="207"/>
          <ac:spMkLst>
            <pc:docMk/>
            <pc:sldMk cId="1344119544" sldId="287"/>
            <ac:spMk id="2" creationId="{C93848F5-1552-4316-ADB3-4EE4924B6477}"/>
          </ac:spMkLst>
        </pc:spChg>
      </pc:sldChg>
      <pc:sldChg chg="modSp mod">
        <pc:chgData name="Zhao, Jie" userId="7be6526a-30ba-445c-b3a9-aabf2c8f5828" providerId="ADAL" clId="{050B320A-64D1-4AC9-9C5D-134126A50FFB}" dt="2024-08-27T21:26:11.705" v="984" actId="207"/>
        <pc:sldMkLst>
          <pc:docMk/>
          <pc:sldMk cId="2880740745" sldId="288"/>
        </pc:sldMkLst>
        <pc:spChg chg="mod">
          <ac:chgData name="Zhao, Jie" userId="7be6526a-30ba-445c-b3a9-aabf2c8f5828" providerId="ADAL" clId="{050B320A-64D1-4AC9-9C5D-134126A50FFB}" dt="2024-08-27T21:26:11.705" v="984" actId="207"/>
          <ac:spMkLst>
            <pc:docMk/>
            <pc:sldMk cId="2880740745" sldId="288"/>
            <ac:spMk id="2" creationId="{C93848F5-1552-4316-ADB3-4EE4924B6477}"/>
          </ac:spMkLst>
        </pc:spChg>
      </pc:sldChg>
      <pc:sldChg chg="modSp mod">
        <pc:chgData name="Zhao, Jie" userId="7be6526a-30ba-445c-b3a9-aabf2c8f5828" providerId="ADAL" clId="{050B320A-64D1-4AC9-9C5D-134126A50FFB}" dt="2024-08-27T21:26:15.742" v="985" actId="207"/>
        <pc:sldMkLst>
          <pc:docMk/>
          <pc:sldMk cId="2790480711" sldId="289"/>
        </pc:sldMkLst>
        <pc:spChg chg="mod">
          <ac:chgData name="Zhao, Jie" userId="7be6526a-30ba-445c-b3a9-aabf2c8f5828" providerId="ADAL" clId="{050B320A-64D1-4AC9-9C5D-134126A50FFB}" dt="2024-08-27T21:26:15.742" v="985" actId="207"/>
          <ac:spMkLst>
            <pc:docMk/>
            <pc:sldMk cId="2790480711" sldId="289"/>
            <ac:spMk id="2" creationId="{C93848F5-1552-4316-ADB3-4EE4924B6477}"/>
          </ac:spMkLst>
        </pc:spChg>
      </pc:sldChg>
      <pc:sldChg chg="modSp mod">
        <pc:chgData name="Zhao, Jie" userId="7be6526a-30ba-445c-b3a9-aabf2c8f5828" providerId="ADAL" clId="{050B320A-64D1-4AC9-9C5D-134126A50FFB}" dt="2024-08-27T21:26:20.585" v="986" actId="207"/>
        <pc:sldMkLst>
          <pc:docMk/>
          <pc:sldMk cId="1834639436" sldId="290"/>
        </pc:sldMkLst>
        <pc:spChg chg="mod">
          <ac:chgData name="Zhao, Jie" userId="7be6526a-30ba-445c-b3a9-aabf2c8f5828" providerId="ADAL" clId="{050B320A-64D1-4AC9-9C5D-134126A50FFB}" dt="2024-08-27T21:26:20.585" v="986" actId="207"/>
          <ac:spMkLst>
            <pc:docMk/>
            <pc:sldMk cId="1834639436" sldId="290"/>
            <ac:spMk id="2" creationId="{C93848F5-1552-4316-ADB3-4EE4924B6477}"/>
          </ac:spMkLst>
        </pc:spChg>
      </pc:sldChg>
      <pc:sldChg chg="modSp mod">
        <pc:chgData name="Zhao, Jie" userId="7be6526a-30ba-445c-b3a9-aabf2c8f5828" providerId="ADAL" clId="{050B320A-64D1-4AC9-9C5D-134126A50FFB}" dt="2024-08-27T21:26:24.095" v="987" actId="207"/>
        <pc:sldMkLst>
          <pc:docMk/>
          <pc:sldMk cId="941714667" sldId="291"/>
        </pc:sldMkLst>
        <pc:spChg chg="mod">
          <ac:chgData name="Zhao, Jie" userId="7be6526a-30ba-445c-b3a9-aabf2c8f5828" providerId="ADAL" clId="{050B320A-64D1-4AC9-9C5D-134126A50FFB}" dt="2024-08-27T21:26:24.095" v="987" actId="207"/>
          <ac:spMkLst>
            <pc:docMk/>
            <pc:sldMk cId="941714667" sldId="291"/>
            <ac:spMk id="2" creationId="{C93848F5-1552-4316-ADB3-4EE4924B6477}"/>
          </ac:spMkLst>
        </pc:spChg>
      </pc:sldChg>
      <pc:sldChg chg="modSp mod">
        <pc:chgData name="Zhao, Jie" userId="7be6526a-30ba-445c-b3a9-aabf2c8f5828" providerId="ADAL" clId="{050B320A-64D1-4AC9-9C5D-134126A50FFB}" dt="2024-08-27T21:26:29.615" v="988" actId="207"/>
        <pc:sldMkLst>
          <pc:docMk/>
          <pc:sldMk cId="4226161942" sldId="292"/>
        </pc:sldMkLst>
        <pc:spChg chg="mod">
          <ac:chgData name="Zhao, Jie" userId="7be6526a-30ba-445c-b3a9-aabf2c8f5828" providerId="ADAL" clId="{050B320A-64D1-4AC9-9C5D-134126A50FFB}" dt="2024-08-27T21:26:29.615" v="988" actId="207"/>
          <ac:spMkLst>
            <pc:docMk/>
            <pc:sldMk cId="4226161942" sldId="292"/>
            <ac:spMk id="2" creationId="{C93848F5-1552-4316-ADB3-4EE4924B6477}"/>
          </ac:spMkLst>
        </pc:spChg>
      </pc:sldChg>
      <pc:sldChg chg="modSp add mod">
        <pc:chgData name="Zhao, Jie" userId="7be6526a-30ba-445c-b3a9-aabf2c8f5828" providerId="ADAL" clId="{050B320A-64D1-4AC9-9C5D-134126A50FFB}" dt="2024-08-27T21:25:53.971" v="981" actId="207"/>
        <pc:sldMkLst>
          <pc:docMk/>
          <pc:sldMk cId="1600943045" sldId="293"/>
        </pc:sldMkLst>
        <pc:spChg chg="mod">
          <ac:chgData name="Zhao, Jie" userId="7be6526a-30ba-445c-b3a9-aabf2c8f5828" providerId="ADAL" clId="{050B320A-64D1-4AC9-9C5D-134126A50FFB}" dt="2024-08-27T21:25:53.971" v="981" actId="207"/>
          <ac:spMkLst>
            <pc:docMk/>
            <pc:sldMk cId="1600943045" sldId="293"/>
            <ac:spMk id="2" creationId="{C93848F5-1552-4316-ADB3-4EE4924B6477}"/>
          </ac:spMkLst>
        </pc:spChg>
        <pc:spChg chg="mod">
          <ac:chgData name="Zhao, Jie" userId="7be6526a-30ba-445c-b3a9-aabf2c8f5828" providerId="ADAL" clId="{050B320A-64D1-4AC9-9C5D-134126A50FFB}" dt="2024-08-27T21:17:40.168" v="977" actId="255"/>
          <ac:spMkLst>
            <pc:docMk/>
            <pc:sldMk cId="1600943045" sldId="293"/>
            <ac:spMk id="3" creationId="{2C5DF914-4B40-4A23-8AAC-9CFE7F215ACD}"/>
          </ac:spMkLst>
        </pc:spChg>
      </pc:sldChg>
    </pc:docChg>
  </pc:docChgLst>
  <pc:docChgLst>
    <pc:chgData name="Zhao, Jie" userId="7be6526a-30ba-445c-b3a9-aabf2c8f5828" providerId="ADAL" clId="{1469176B-5AA1-421C-BCF2-15FE637A54FE}"/>
    <pc:docChg chg="undo custSel addSld delSld modSld sldOrd">
      <pc:chgData name="Zhao, Jie" userId="7be6526a-30ba-445c-b3a9-aabf2c8f5828" providerId="ADAL" clId="{1469176B-5AA1-421C-BCF2-15FE637A54FE}" dt="2024-09-25T16:26:21.731" v="921" actId="20577"/>
      <pc:docMkLst>
        <pc:docMk/>
      </pc:docMkLst>
      <pc:sldChg chg="modSp mod">
        <pc:chgData name="Zhao, Jie" userId="7be6526a-30ba-445c-b3a9-aabf2c8f5828" providerId="ADAL" clId="{1469176B-5AA1-421C-BCF2-15FE637A54FE}" dt="2024-09-23T16:21:01.801" v="517" actId="20577"/>
        <pc:sldMkLst>
          <pc:docMk/>
          <pc:sldMk cId="2199995263" sldId="256"/>
        </pc:sldMkLst>
        <pc:spChg chg="mod">
          <ac:chgData name="Zhao, Jie" userId="7be6526a-30ba-445c-b3a9-aabf2c8f5828" providerId="ADAL" clId="{1469176B-5AA1-421C-BCF2-15FE637A54FE}" dt="2024-09-23T16:21:01.801" v="517" actId="20577"/>
          <ac:spMkLst>
            <pc:docMk/>
            <pc:sldMk cId="2199995263" sldId="256"/>
            <ac:spMk id="3" creationId="{2C5DF914-4B40-4A23-8AAC-9CFE7F215ACD}"/>
          </ac:spMkLst>
        </pc:spChg>
      </pc:sldChg>
      <pc:sldChg chg="addSp delSp modSp mod">
        <pc:chgData name="Zhao, Jie" userId="7be6526a-30ba-445c-b3a9-aabf2c8f5828" providerId="ADAL" clId="{1469176B-5AA1-421C-BCF2-15FE637A54FE}" dt="2024-09-23T16:30:52.118" v="696" actId="6549"/>
        <pc:sldMkLst>
          <pc:docMk/>
          <pc:sldMk cId="3760905314" sldId="281"/>
        </pc:sldMkLst>
        <pc:spChg chg="mod">
          <ac:chgData name="Zhao, Jie" userId="7be6526a-30ba-445c-b3a9-aabf2c8f5828" providerId="ADAL" clId="{1469176B-5AA1-421C-BCF2-15FE637A54FE}" dt="2024-09-23T16:10:56.793" v="95" actId="20577"/>
          <ac:spMkLst>
            <pc:docMk/>
            <pc:sldMk cId="3760905314" sldId="281"/>
            <ac:spMk id="2" creationId="{C93848F5-1552-4316-ADB3-4EE4924B6477}"/>
          </ac:spMkLst>
        </pc:spChg>
        <pc:spChg chg="mod">
          <ac:chgData name="Zhao, Jie" userId="7be6526a-30ba-445c-b3a9-aabf2c8f5828" providerId="ADAL" clId="{1469176B-5AA1-421C-BCF2-15FE637A54FE}" dt="2024-09-23T16:30:52.118" v="696" actId="6549"/>
          <ac:spMkLst>
            <pc:docMk/>
            <pc:sldMk cId="3760905314" sldId="281"/>
            <ac:spMk id="3" creationId="{2C5DF914-4B40-4A23-8AAC-9CFE7F215ACD}"/>
          </ac:spMkLst>
        </pc:spChg>
        <pc:picChg chg="del">
          <ac:chgData name="Zhao, Jie" userId="7be6526a-30ba-445c-b3a9-aabf2c8f5828" providerId="ADAL" clId="{1469176B-5AA1-421C-BCF2-15FE637A54FE}" dt="2024-09-23T16:10:00.837" v="62" actId="478"/>
          <ac:picMkLst>
            <pc:docMk/>
            <pc:sldMk cId="3760905314" sldId="281"/>
            <ac:picMk id="4" creationId="{94F9FADE-A3FF-402F-FE53-12DE41312D84}"/>
          </ac:picMkLst>
        </pc:picChg>
        <pc:picChg chg="add mod">
          <ac:chgData name="Zhao, Jie" userId="7be6526a-30ba-445c-b3a9-aabf2c8f5828" providerId="ADAL" clId="{1469176B-5AA1-421C-BCF2-15FE637A54FE}" dt="2024-09-23T16:22:50.519" v="544" actId="1076"/>
          <ac:picMkLst>
            <pc:docMk/>
            <pc:sldMk cId="3760905314" sldId="281"/>
            <ac:picMk id="5" creationId="{A81C8579-7758-2FF9-7E4B-18464CA91C10}"/>
          </ac:picMkLst>
        </pc:picChg>
      </pc:sldChg>
      <pc:sldChg chg="del ord">
        <pc:chgData name="Zhao, Jie" userId="7be6526a-30ba-445c-b3a9-aabf2c8f5828" providerId="ADAL" clId="{1469176B-5AA1-421C-BCF2-15FE637A54FE}" dt="2024-09-23T16:13:01.770" v="215" actId="2696"/>
        <pc:sldMkLst>
          <pc:docMk/>
          <pc:sldMk cId="3475695164" sldId="285"/>
        </pc:sldMkLst>
      </pc:sldChg>
      <pc:sldChg chg="addSp delSp modSp mod">
        <pc:chgData name="Zhao, Jie" userId="7be6526a-30ba-445c-b3a9-aabf2c8f5828" providerId="ADAL" clId="{1469176B-5AA1-421C-BCF2-15FE637A54FE}" dt="2024-09-23T16:31:07.584" v="700" actId="6549"/>
        <pc:sldMkLst>
          <pc:docMk/>
          <pc:sldMk cId="6708950" sldId="301"/>
        </pc:sldMkLst>
        <pc:spChg chg="mod">
          <ac:chgData name="Zhao, Jie" userId="7be6526a-30ba-445c-b3a9-aabf2c8f5828" providerId="ADAL" clId="{1469176B-5AA1-421C-BCF2-15FE637A54FE}" dt="2024-09-23T16:22:34.350" v="533" actId="20577"/>
          <ac:spMkLst>
            <pc:docMk/>
            <pc:sldMk cId="6708950" sldId="301"/>
            <ac:spMk id="2" creationId="{C93848F5-1552-4316-ADB3-4EE4924B6477}"/>
          </ac:spMkLst>
        </pc:spChg>
        <pc:spChg chg="mod">
          <ac:chgData name="Zhao, Jie" userId="7be6526a-30ba-445c-b3a9-aabf2c8f5828" providerId="ADAL" clId="{1469176B-5AA1-421C-BCF2-15FE637A54FE}" dt="2024-09-23T16:31:07.584" v="700" actId="6549"/>
          <ac:spMkLst>
            <pc:docMk/>
            <pc:sldMk cId="6708950" sldId="301"/>
            <ac:spMk id="3" creationId="{2C5DF914-4B40-4A23-8AAC-9CFE7F215ACD}"/>
          </ac:spMkLst>
        </pc:spChg>
        <pc:picChg chg="add mod">
          <ac:chgData name="Zhao, Jie" userId="7be6526a-30ba-445c-b3a9-aabf2c8f5828" providerId="ADAL" clId="{1469176B-5AA1-421C-BCF2-15FE637A54FE}" dt="2024-09-23T16:22:43.532" v="541" actId="1076"/>
          <ac:picMkLst>
            <pc:docMk/>
            <pc:sldMk cId="6708950" sldId="301"/>
            <ac:picMk id="4" creationId="{C7783068-20D6-ECE1-AD63-FA4A9C0B39E4}"/>
          </ac:picMkLst>
        </pc:picChg>
        <pc:picChg chg="del">
          <ac:chgData name="Zhao, Jie" userId="7be6526a-30ba-445c-b3a9-aabf2c8f5828" providerId="ADAL" clId="{1469176B-5AA1-421C-BCF2-15FE637A54FE}" dt="2024-09-23T16:11:19.243" v="117" actId="478"/>
          <ac:picMkLst>
            <pc:docMk/>
            <pc:sldMk cId="6708950" sldId="301"/>
            <ac:picMk id="5" creationId="{BBB8372D-3491-B132-284D-8F5C89AE743A}"/>
          </ac:picMkLst>
        </pc:picChg>
      </pc:sldChg>
      <pc:sldChg chg="addSp delSp modSp mod">
        <pc:chgData name="Zhao, Jie" userId="7be6526a-30ba-445c-b3a9-aabf2c8f5828" providerId="ADAL" clId="{1469176B-5AA1-421C-BCF2-15FE637A54FE}" dt="2024-09-23T16:31:22.913" v="705" actId="6549"/>
        <pc:sldMkLst>
          <pc:docMk/>
          <pc:sldMk cId="2915334604" sldId="302"/>
        </pc:sldMkLst>
        <pc:spChg chg="mod">
          <ac:chgData name="Zhao, Jie" userId="7be6526a-30ba-445c-b3a9-aabf2c8f5828" providerId="ADAL" clId="{1469176B-5AA1-421C-BCF2-15FE637A54FE}" dt="2024-09-23T16:12:16.720" v="204" actId="20577"/>
          <ac:spMkLst>
            <pc:docMk/>
            <pc:sldMk cId="2915334604" sldId="302"/>
            <ac:spMk id="2" creationId="{C93848F5-1552-4316-ADB3-4EE4924B6477}"/>
          </ac:spMkLst>
        </pc:spChg>
        <pc:spChg chg="mod">
          <ac:chgData name="Zhao, Jie" userId="7be6526a-30ba-445c-b3a9-aabf2c8f5828" providerId="ADAL" clId="{1469176B-5AA1-421C-BCF2-15FE637A54FE}" dt="2024-09-23T16:31:22.913" v="705" actId="6549"/>
          <ac:spMkLst>
            <pc:docMk/>
            <pc:sldMk cId="2915334604" sldId="302"/>
            <ac:spMk id="3" creationId="{2C5DF914-4B40-4A23-8AAC-9CFE7F215ACD}"/>
          </ac:spMkLst>
        </pc:spChg>
        <pc:picChg chg="add mod">
          <ac:chgData name="Zhao, Jie" userId="7be6526a-30ba-445c-b3a9-aabf2c8f5828" providerId="ADAL" clId="{1469176B-5AA1-421C-BCF2-15FE637A54FE}" dt="2024-09-23T16:23:18.941" v="554" actId="1076"/>
          <ac:picMkLst>
            <pc:docMk/>
            <pc:sldMk cId="2915334604" sldId="302"/>
            <ac:picMk id="4" creationId="{41AC1FB6-6316-2FBB-704E-6F033150A604}"/>
          </ac:picMkLst>
        </pc:picChg>
        <pc:picChg chg="del">
          <ac:chgData name="Zhao, Jie" userId="7be6526a-30ba-445c-b3a9-aabf2c8f5828" providerId="ADAL" clId="{1469176B-5AA1-421C-BCF2-15FE637A54FE}" dt="2024-09-23T16:12:23.325" v="205" actId="478"/>
          <ac:picMkLst>
            <pc:docMk/>
            <pc:sldMk cId="2915334604" sldId="302"/>
            <ac:picMk id="5" creationId="{47301E29-5565-8F29-4926-D82CA1E53B8A}"/>
          </ac:picMkLst>
        </pc:picChg>
        <pc:picChg chg="del">
          <ac:chgData name="Zhao, Jie" userId="7be6526a-30ba-445c-b3a9-aabf2c8f5828" providerId="ADAL" clId="{1469176B-5AA1-421C-BCF2-15FE637A54FE}" dt="2024-09-23T16:12:25.314" v="206" actId="478"/>
          <ac:picMkLst>
            <pc:docMk/>
            <pc:sldMk cId="2915334604" sldId="302"/>
            <ac:picMk id="6" creationId="{05F00BE9-45B9-2852-FE5B-A8616C620488}"/>
          </ac:picMkLst>
        </pc:picChg>
      </pc:sldChg>
      <pc:sldChg chg="addSp delSp modSp mod">
        <pc:chgData name="Zhao, Jie" userId="7be6526a-30ba-445c-b3a9-aabf2c8f5828" providerId="ADAL" clId="{1469176B-5AA1-421C-BCF2-15FE637A54FE}" dt="2024-09-23T16:32:08.253" v="707" actId="14100"/>
        <pc:sldMkLst>
          <pc:docMk/>
          <pc:sldMk cId="3716270855" sldId="303"/>
        </pc:sldMkLst>
        <pc:spChg chg="mod">
          <ac:chgData name="Zhao, Jie" userId="7be6526a-30ba-445c-b3a9-aabf2c8f5828" providerId="ADAL" clId="{1469176B-5AA1-421C-BCF2-15FE637A54FE}" dt="2024-09-23T16:14:31.739" v="257" actId="20577"/>
          <ac:spMkLst>
            <pc:docMk/>
            <pc:sldMk cId="3716270855" sldId="303"/>
            <ac:spMk id="2" creationId="{C93848F5-1552-4316-ADB3-4EE4924B6477}"/>
          </ac:spMkLst>
        </pc:spChg>
        <pc:spChg chg="mod">
          <ac:chgData name="Zhao, Jie" userId="7be6526a-30ba-445c-b3a9-aabf2c8f5828" providerId="ADAL" clId="{1469176B-5AA1-421C-BCF2-15FE637A54FE}" dt="2024-09-23T16:32:08.253" v="707" actId="14100"/>
          <ac:spMkLst>
            <pc:docMk/>
            <pc:sldMk cId="3716270855" sldId="303"/>
            <ac:spMk id="3" creationId="{2C5DF914-4B40-4A23-8AAC-9CFE7F215ACD}"/>
          </ac:spMkLst>
        </pc:spChg>
        <pc:picChg chg="add mod">
          <ac:chgData name="Zhao, Jie" userId="7be6526a-30ba-445c-b3a9-aabf2c8f5828" providerId="ADAL" clId="{1469176B-5AA1-421C-BCF2-15FE637A54FE}" dt="2024-09-23T16:27:15.135" v="590" actId="1076"/>
          <ac:picMkLst>
            <pc:docMk/>
            <pc:sldMk cId="3716270855" sldId="303"/>
            <ac:picMk id="4" creationId="{A9C212D4-300C-89F6-7114-37E139A9FADD}"/>
          </ac:picMkLst>
        </pc:picChg>
        <pc:picChg chg="del mod">
          <ac:chgData name="Zhao, Jie" userId="7be6526a-30ba-445c-b3a9-aabf2c8f5828" providerId="ADAL" clId="{1469176B-5AA1-421C-BCF2-15FE637A54FE}" dt="2024-09-23T16:14:38.283" v="259" actId="478"/>
          <ac:picMkLst>
            <pc:docMk/>
            <pc:sldMk cId="3716270855" sldId="303"/>
            <ac:picMk id="5" creationId="{D4444095-9998-B801-9167-3FEE8EAD66A3}"/>
          </ac:picMkLst>
        </pc:picChg>
      </pc:sldChg>
      <pc:sldChg chg="addSp delSp modSp mod">
        <pc:chgData name="Zhao, Jie" userId="7be6526a-30ba-445c-b3a9-aabf2c8f5828" providerId="ADAL" clId="{1469176B-5AA1-421C-BCF2-15FE637A54FE}" dt="2024-09-23T16:28:42.639" v="636" actId="1076"/>
        <pc:sldMkLst>
          <pc:docMk/>
          <pc:sldMk cId="3016096703" sldId="304"/>
        </pc:sldMkLst>
        <pc:spChg chg="mod">
          <ac:chgData name="Zhao, Jie" userId="7be6526a-30ba-445c-b3a9-aabf2c8f5828" providerId="ADAL" clId="{1469176B-5AA1-421C-BCF2-15FE637A54FE}" dt="2024-09-23T16:15:32.769" v="288" actId="20577"/>
          <ac:spMkLst>
            <pc:docMk/>
            <pc:sldMk cId="3016096703" sldId="304"/>
            <ac:spMk id="2" creationId="{C93848F5-1552-4316-ADB3-4EE4924B6477}"/>
          </ac:spMkLst>
        </pc:spChg>
        <pc:spChg chg="mod">
          <ac:chgData name="Zhao, Jie" userId="7be6526a-30ba-445c-b3a9-aabf2c8f5828" providerId="ADAL" clId="{1469176B-5AA1-421C-BCF2-15FE637A54FE}" dt="2024-09-23T16:28:37.375" v="635" actId="1076"/>
          <ac:spMkLst>
            <pc:docMk/>
            <pc:sldMk cId="3016096703" sldId="304"/>
            <ac:spMk id="3" creationId="{2C5DF914-4B40-4A23-8AAC-9CFE7F215ACD}"/>
          </ac:spMkLst>
        </pc:spChg>
        <pc:picChg chg="add mod">
          <ac:chgData name="Zhao, Jie" userId="7be6526a-30ba-445c-b3a9-aabf2c8f5828" providerId="ADAL" clId="{1469176B-5AA1-421C-BCF2-15FE637A54FE}" dt="2024-09-23T16:28:42.639" v="636" actId="1076"/>
          <ac:picMkLst>
            <pc:docMk/>
            <pc:sldMk cId="3016096703" sldId="304"/>
            <ac:picMk id="4" creationId="{26338070-2A9C-2DF1-5F71-61D5A2526151}"/>
          </ac:picMkLst>
        </pc:picChg>
        <pc:picChg chg="del">
          <ac:chgData name="Zhao, Jie" userId="7be6526a-30ba-445c-b3a9-aabf2c8f5828" providerId="ADAL" clId="{1469176B-5AA1-421C-BCF2-15FE637A54FE}" dt="2024-09-23T16:15:37.703" v="289" actId="478"/>
          <ac:picMkLst>
            <pc:docMk/>
            <pc:sldMk cId="3016096703" sldId="304"/>
            <ac:picMk id="5" creationId="{479AB6A5-7E42-EC5E-01C6-876DE6C8FF0C}"/>
          </ac:picMkLst>
        </pc:picChg>
      </pc:sldChg>
      <pc:sldChg chg="addSp delSp modSp mod">
        <pc:chgData name="Zhao, Jie" userId="7be6526a-30ba-445c-b3a9-aabf2c8f5828" providerId="ADAL" clId="{1469176B-5AA1-421C-BCF2-15FE637A54FE}" dt="2024-09-25T16:08:13.325" v="719" actId="20577"/>
        <pc:sldMkLst>
          <pc:docMk/>
          <pc:sldMk cId="4209100737" sldId="305"/>
        </pc:sldMkLst>
        <pc:spChg chg="mod">
          <ac:chgData name="Zhao, Jie" userId="7be6526a-30ba-445c-b3a9-aabf2c8f5828" providerId="ADAL" clId="{1469176B-5AA1-421C-BCF2-15FE637A54FE}" dt="2024-09-23T16:13:41.101" v="230" actId="20577"/>
          <ac:spMkLst>
            <pc:docMk/>
            <pc:sldMk cId="4209100737" sldId="305"/>
            <ac:spMk id="2" creationId="{C93848F5-1552-4316-ADB3-4EE4924B6477}"/>
          </ac:spMkLst>
        </pc:spChg>
        <pc:spChg chg="mod">
          <ac:chgData name="Zhao, Jie" userId="7be6526a-30ba-445c-b3a9-aabf2c8f5828" providerId="ADAL" clId="{1469176B-5AA1-421C-BCF2-15FE637A54FE}" dt="2024-09-25T16:08:13.325" v="719" actId="20577"/>
          <ac:spMkLst>
            <pc:docMk/>
            <pc:sldMk cId="4209100737" sldId="305"/>
            <ac:spMk id="3" creationId="{2C5DF914-4B40-4A23-8AAC-9CFE7F215ACD}"/>
          </ac:spMkLst>
        </pc:spChg>
        <pc:picChg chg="del mod">
          <ac:chgData name="Zhao, Jie" userId="7be6526a-30ba-445c-b3a9-aabf2c8f5828" providerId="ADAL" clId="{1469176B-5AA1-421C-BCF2-15FE637A54FE}" dt="2024-09-23T16:13:54.990" v="235" actId="478"/>
          <ac:picMkLst>
            <pc:docMk/>
            <pc:sldMk cId="4209100737" sldId="305"/>
            <ac:picMk id="4" creationId="{E7C965FE-FBA2-EDA5-5C58-8A216C1ACFD2}"/>
          </ac:picMkLst>
        </pc:picChg>
        <pc:picChg chg="del">
          <ac:chgData name="Zhao, Jie" userId="7be6526a-30ba-445c-b3a9-aabf2c8f5828" providerId="ADAL" clId="{1469176B-5AA1-421C-BCF2-15FE637A54FE}" dt="2024-09-23T16:13:47.963" v="231" actId="478"/>
          <ac:picMkLst>
            <pc:docMk/>
            <pc:sldMk cId="4209100737" sldId="305"/>
            <ac:picMk id="5" creationId="{47301E29-5565-8F29-4926-D82CA1E53B8A}"/>
          </ac:picMkLst>
        </pc:picChg>
        <pc:picChg chg="add mod">
          <ac:chgData name="Zhao, Jie" userId="7be6526a-30ba-445c-b3a9-aabf2c8f5828" providerId="ADAL" clId="{1469176B-5AA1-421C-BCF2-15FE637A54FE}" dt="2024-09-23T16:13:52.631" v="233"/>
          <ac:picMkLst>
            <pc:docMk/>
            <pc:sldMk cId="4209100737" sldId="305"/>
            <ac:picMk id="6" creationId="{C84322EF-9C08-66CB-7C15-1B5F9A95ABAA}"/>
          </ac:picMkLst>
        </pc:picChg>
        <pc:picChg chg="add mod">
          <ac:chgData name="Zhao, Jie" userId="7be6526a-30ba-445c-b3a9-aabf2c8f5828" providerId="ADAL" clId="{1469176B-5AA1-421C-BCF2-15FE637A54FE}" dt="2024-09-23T16:26:24.562" v="566" actId="1076"/>
          <ac:picMkLst>
            <pc:docMk/>
            <pc:sldMk cId="4209100737" sldId="305"/>
            <ac:picMk id="7" creationId="{D867DD36-041B-2E4A-3DB3-41B1BBDBF2DC}"/>
          </ac:picMkLst>
        </pc:picChg>
      </pc:sldChg>
      <pc:sldChg chg="del ord">
        <pc:chgData name="Zhao, Jie" userId="7be6526a-30ba-445c-b3a9-aabf2c8f5828" providerId="ADAL" clId="{1469176B-5AA1-421C-BCF2-15FE637A54FE}" dt="2024-09-23T16:30:27.123" v="683" actId="47"/>
        <pc:sldMkLst>
          <pc:docMk/>
          <pc:sldMk cId="3032052043" sldId="306"/>
        </pc:sldMkLst>
      </pc:sldChg>
      <pc:sldChg chg="addSp delSp modSp add mod">
        <pc:chgData name="Zhao, Jie" userId="7be6526a-30ba-445c-b3a9-aabf2c8f5828" providerId="ADAL" clId="{1469176B-5AA1-421C-BCF2-15FE637A54FE}" dt="2024-09-23T16:29:10.422" v="649" actId="20577"/>
        <pc:sldMkLst>
          <pc:docMk/>
          <pc:sldMk cId="2516634973" sldId="307"/>
        </pc:sldMkLst>
        <pc:spChg chg="mod">
          <ac:chgData name="Zhao, Jie" userId="7be6526a-30ba-445c-b3a9-aabf2c8f5828" providerId="ADAL" clId="{1469176B-5AA1-421C-BCF2-15FE637A54FE}" dt="2024-09-23T16:16:46.689" v="356" actId="20577"/>
          <ac:spMkLst>
            <pc:docMk/>
            <pc:sldMk cId="2516634973" sldId="307"/>
            <ac:spMk id="2" creationId="{C93848F5-1552-4316-ADB3-4EE4924B6477}"/>
          </ac:spMkLst>
        </pc:spChg>
        <pc:spChg chg="mod">
          <ac:chgData name="Zhao, Jie" userId="7be6526a-30ba-445c-b3a9-aabf2c8f5828" providerId="ADAL" clId="{1469176B-5AA1-421C-BCF2-15FE637A54FE}" dt="2024-09-23T16:29:10.422" v="649" actId="20577"/>
          <ac:spMkLst>
            <pc:docMk/>
            <pc:sldMk cId="2516634973" sldId="307"/>
            <ac:spMk id="3" creationId="{2C5DF914-4B40-4A23-8AAC-9CFE7F215ACD}"/>
          </ac:spMkLst>
        </pc:spChg>
        <pc:picChg chg="del">
          <ac:chgData name="Zhao, Jie" userId="7be6526a-30ba-445c-b3a9-aabf2c8f5828" providerId="ADAL" clId="{1469176B-5AA1-421C-BCF2-15FE637A54FE}" dt="2024-09-23T16:16:52.559" v="357" actId="478"/>
          <ac:picMkLst>
            <pc:docMk/>
            <pc:sldMk cId="2516634973" sldId="307"/>
            <ac:picMk id="4" creationId="{26338070-2A9C-2DF1-5F71-61D5A2526151}"/>
          </ac:picMkLst>
        </pc:picChg>
        <pc:picChg chg="add mod">
          <ac:chgData name="Zhao, Jie" userId="7be6526a-30ba-445c-b3a9-aabf2c8f5828" providerId="ADAL" clId="{1469176B-5AA1-421C-BCF2-15FE637A54FE}" dt="2024-09-23T16:28:56.370" v="642" actId="1076"/>
          <ac:picMkLst>
            <pc:docMk/>
            <pc:sldMk cId="2516634973" sldId="307"/>
            <ac:picMk id="5" creationId="{3519861A-E462-29B2-D358-1067ABBB8580}"/>
          </ac:picMkLst>
        </pc:picChg>
      </pc:sldChg>
      <pc:sldChg chg="addSp delSp modSp add mod">
        <pc:chgData name="Zhao, Jie" userId="7be6526a-30ba-445c-b3a9-aabf2c8f5828" providerId="ADAL" clId="{1469176B-5AA1-421C-BCF2-15FE637A54FE}" dt="2024-09-23T16:32:24.759" v="708" actId="255"/>
        <pc:sldMkLst>
          <pc:docMk/>
          <pc:sldMk cId="995377948" sldId="308"/>
        </pc:sldMkLst>
        <pc:spChg chg="mod">
          <ac:chgData name="Zhao, Jie" userId="7be6526a-30ba-445c-b3a9-aabf2c8f5828" providerId="ADAL" clId="{1469176B-5AA1-421C-BCF2-15FE637A54FE}" dt="2024-09-23T16:17:37.986" v="417" actId="20577"/>
          <ac:spMkLst>
            <pc:docMk/>
            <pc:sldMk cId="995377948" sldId="308"/>
            <ac:spMk id="2" creationId="{C93848F5-1552-4316-ADB3-4EE4924B6477}"/>
          </ac:spMkLst>
        </pc:spChg>
        <pc:spChg chg="mod">
          <ac:chgData name="Zhao, Jie" userId="7be6526a-30ba-445c-b3a9-aabf2c8f5828" providerId="ADAL" clId="{1469176B-5AA1-421C-BCF2-15FE637A54FE}" dt="2024-09-23T16:32:24.759" v="708" actId="255"/>
          <ac:spMkLst>
            <pc:docMk/>
            <pc:sldMk cId="995377948" sldId="308"/>
            <ac:spMk id="3" creationId="{2C5DF914-4B40-4A23-8AAC-9CFE7F215ACD}"/>
          </ac:spMkLst>
        </pc:spChg>
        <pc:picChg chg="del">
          <ac:chgData name="Zhao, Jie" userId="7be6526a-30ba-445c-b3a9-aabf2c8f5828" providerId="ADAL" clId="{1469176B-5AA1-421C-BCF2-15FE637A54FE}" dt="2024-09-23T16:17:50.986" v="420" actId="478"/>
          <ac:picMkLst>
            <pc:docMk/>
            <pc:sldMk cId="995377948" sldId="308"/>
            <ac:picMk id="4" creationId="{26338070-2A9C-2DF1-5F71-61D5A2526151}"/>
          </ac:picMkLst>
        </pc:picChg>
        <pc:picChg chg="add mod">
          <ac:chgData name="Zhao, Jie" userId="7be6526a-30ba-445c-b3a9-aabf2c8f5828" providerId="ADAL" clId="{1469176B-5AA1-421C-BCF2-15FE637A54FE}" dt="2024-09-23T16:17:48.267" v="419"/>
          <ac:picMkLst>
            <pc:docMk/>
            <pc:sldMk cId="995377948" sldId="308"/>
            <ac:picMk id="5" creationId="{A81FFF55-1FF4-CCD4-E789-60C3ECDF3967}"/>
          </ac:picMkLst>
        </pc:picChg>
        <pc:picChg chg="add mod">
          <ac:chgData name="Zhao, Jie" userId="7be6526a-30ba-445c-b3a9-aabf2c8f5828" providerId="ADAL" clId="{1469176B-5AA1-421C-BCF2-15FE637A54FE}" dt="2024-09-23T16:29:20.067" v="655" actId="1076"/>
          <ac:picMkLst>
            <pc:docMk/>
            <pc:sldMk cId="995377948" sldId="308"/>
            <ac:picMk id="6" creationId="{50AC1EB2-A078-7D04-50FF-497029B158E0}"/>
          </ac:picMkLst>
        </pc:picChg>
      </pc:sldChg>
      <pc:sldChg chg="addSp delSp modSp add mod setBg">
        <pc:chgData name="Zhao, Jie" userId="7be6526a-30ba-445c-b3a9-aabf2c8f5828" providerId="ADAL" clId="{1469176B-5AA1-421C-BCF2-15FE637A54FE}" dt="2024-09-23T16:30:20.719" v="682" actId="1035"/>
        <pc:sldMkLst>
          <pc:docMk/>
          <pc:sldMk cId="3714792402" sldId="309"/>
        </pc:sldMkLst>
        <pc:spChg chg="mod">
          <ac:chgData name="Zhao, Jie" userId="7be6526a-30ba-445c-b3a9-aabf2c8f5828" providerId="ADAL" clId="{1469176B-5AA1-421C-BCF2-15FE637A54FE}" dt="2024-09-23T16:20:36.615" v="514" actId="26606"/>
          <ac:spMkLst>
            <pc:docMk/>
            <pc:sldMk cId="3714792402" sldId="309"/>
            <ac:spMk id="2" creationId="{C93848F5-1552-4316-ADB3-4EE4924B6477}"/>
          </ac:spMkLst>
        </pc:spChg>
        <pc:spChg chg="del mod">
          <ac:chgData name="Zhao, Jie" userId="7be6526a-30ba-445c-b3a9-aabf2c8f5828" providerId="ADAL" clId="{1469176B-5AA1-421C-BCF2-15FE637A54FE}" dt="2024-09-23T16:20:31.559" v="511" actId="478"/>
          <ac:spMkLst>
            <pc:docMk/>
            <pc:sldMk cId="3714792402" sldId="309"/>
            <ac:spMk id="3" creationId="{2C5DF914-4B40-4A23-8AAC-9CFE7F215ACD}"/>
          </ac:spMkLst>
        </pc:spChg>
        <pc:spChg chg="add del mod">
          <ac:chgData name="Zhao, Jie" userId="7be6526a-30ba-445c-b3a9-aabf2c8f5828" providerId="ADAL" clId="{1469176B-5AA1-421C-BCF2-15FE637A54FE}" dt="2024-09-23T16:20:33.296" v="512" actId="478"/>
          <ac:spMkLst>
            <pc:docMk/>
            <pc:sldMk cId="3714792402" sldId="309"/>
            <ac:spMk id="7" creationId="{D09064A1-8B46-FF13-D5A5-57D3B31AA742}"/>
          </ac:spMkLst>
        </pc:spChg>
        <pc:spChg chg="add">
          <ac:chgData name="Zhao, Jie" userId="7be6526a-30ba-445c-b3a9-aabf2c8f5828" providerId="ADAL" clId="{1469176B-5AA1-421C-BCF2-15FE637A54FE}" dt="2024-09-23T16:20:36.615" v="514" actId="26606"/>
          <ac:spMkLst>
            <pc:docMk/>
            <pc:sldMk cId="3714792402" sldId="309"/>
            <ac:spMk id="13" creationId="{BCED4D40-4B67-4331-AC48-79B82B4A47D8}"/>
          </ac:spMkLst>
        </pc:spChg>
        <pc:spChg chg="add">
          <ac:chgData name="Zhao, Jie" userId="7be6526a-30ba-445c-b3a9-aabf2c8f5828" providerId="ADAL" clId="{1469176B-5AA1-421C-BCF2-15FE637A54FE}" dt="2024-09-23T16:20:36.615" v="514" actId="26606"/>
          <ac:spMkLst>
            <pc:docMk/>
            <pc:sldMk cId="3714792402" sldId="309"/>
            <ac:spMk id="15" creationId="{670CEDEF-4F34-412E-84EE-329C1E936AF5}"/>
          </ac:spMkLst>
        </pc:spChg>
        <pc:graphicFrameChg chg="add mod modGraphic">
          <ac:chgData name="Zhao, Jie" userId="7be6526a-30ba-445c-b3a9-aabf2c8f5828" providerId="ADAL" clId="{1469176B-5AA1-421C-BCF2-15FE637A54FE}" dt="2024-09-23T16:30:20.719" v="682" actId="1035"/>
          <ac:graphicFrameMkLst>
            <pc:docMk/>
            <pc:sldMk cId="3714792402" sldId="309"/>
            <ac:graphicFrameMk id="8" creationId="{5985D622-C131-9402-D0DB-049C8331A818}"/>
          </ac:graphicFrameMkLst>
        </pc:graphicFrameChg>
        <pc:picChg chg="del">
          <ac:chgData name="Zhao, Jie" userId="7be6526a-30ba-445c-b3a9-aabf2c8f5828" providerId="ADAL" clId="{1469176B-5AA1-421C-BCF2-15FE637A54FE}" dt="2024-09-23T16:19:49.205" v="476" actId="478"/>
          <ac:picMkLst>
            <pc:docMk/>
            <pc:sldMk cId="3714792402" sldId="309"/>
            <ac:picMk id="4" creationId="{26338070-2A9C-2DF1-5F71-61D5A2526151}"/>
          </ac:picMkLst>
        </pc:picChg>
        <pc:picChg chg="add del mod">
          <ac:chgData name="Zhao, Jie" userId="7be6526a-30ba-445c-b3a9-aabf2c8f5828" providerId="ADAL" clId="{1469176B-5AA1-421C-BCF2-15FE637A54FE}" dt="2024-09-23T16:20:28.599" v="510" actId="478"/>
          <ac:picMkLst>
            <pc:docMk/>
            <pc:sldMk cId="3714792402" sldId="309"/>
            <ac:picMk id="5" creationId="{C4B4C630-6DCC-703F-3ABD-C2CD00D16594}"/>
          </ac:picMkLst>
        </pc:picChg>
      </pc:sldChg>
      <pc:sldChg chg="delSp modSp add mod">
        <pc:chgData name="Zhao, Jie" userId="7be6526a-30ba-445c-b3a9-aabf2c8f5828" providerId="ADAL" clId="{1469176B-5AA1-421C-BCF2-15FE637A54FE}" dt="2024-09-23T16:30:06.411" v="665" actId="1076"/>
        <pc:sldMkLst>
          <pc:docMk/>
          <pc:sldMk cId="2801505921" sldId="310"/>
        </pc:sldMkLst>
        <pc:spChg chg="mod">
          <ac:chgData name="Zhao, Jie" userId="7be6526a-30ba-445c-b3a9-aabf2c8f5828" providerId="ADAL" clId="{1469176B-5AA1-421C-BCF2-15FE637A54FE}" dt="2024-09-23T16:30:06.411" v="665" actId="1076"/>
          <ac:spMkLst>
            <pc:docMk/>
            <pc:sldMk cId="2801505921" sldId="310"/>
            <ac:spMk id="3" creationId="{2C5DF914-4B40-4A23-8AAC-9CFE7F215ACD}"/>
          </ac:spMkLst>
        </pc:spChg>
        <pc:picChg chg="del">
          <ac:chgData name="Zhao, Jie" userId="7be6526a-30ba-445c-b3a9-aabf2c8f5828" providerId="ADAL" clId="{1469176B-5AA1-421C-BCF2-15FE637A54FE}" dt="2024-09-23T16:18:48.573" v="458" actId="478"/>
          <ac:picMkLst>
            <pc:docMk/>
            <pc:sldMk cId="2801505921" sldId="310"/>
            <ac:picMk id="6" creationId="{50AC1EB2-A078-7D04-50FF-497029B158E0}"/>
          </ac:picMkLst>
        </pc:picChg>
      </pc:sldChg>
      <pc:sldChg chg="addSp delSp modSp add mod">
        <pc:chgData name="Zhao, Jie" userId="7be6526a-30ba-445c-b3a9-aabf2c8f5828" providerId="ADAL" clId="{1469176B-5AA1-421C-BCF2-15FE637A54FE}" dt="2024-09-25T16:26:21.731" v="921" actId="20577"/>
        <pc:sldMkLst>
          <pc:docMk/>
          <pc:sldMk cId="1385826411" sldId="311"/>
        </pc:sldMkLst>
        <pc:spChg chg="mod">
          <ac:chgData name="Zhao, Jie" userId="7be6526a-30ba-445c-b3a9-aabf2c8f5828" providerId="ADAL" clId="{1469176B-5AA1-421C-BCF2-15FE637A54FE}" dt="2024-09-25T16:22:59.381" v="726" actId="20577"/>
          <ac:spMkLst>
            <pc:docMk/>
            <pc:sldMk cId="1385826411" sldId="311"/>
            <ac:spMk id="2" creationId="{C93848F5-1552-4316-ADB3-4EE4924B6477}"/>
          </ac:spMkLst>
        </pc:spChg>
        <pc:spChg chg="mod">
          <ac:chgData name="Zhao, Jie" userId="7be6526a-30ba-445c-b3a9-aabf2c8f5828" providerId="ADAL" clId="{1469176B-5AA1-421C-BCF2-15FE637A54FE}" dt="2024-09-25T16:26:21.731" v="921" actId="20577"/>
          <ac:spMkLst>
            <pc:docMk/>
            <pc:sldMk cId="1385826411" sldId="311"/>
            <ac:spMk id="3" creationId="{2C5DF914-4B40-4A23-8AAC-9CFE7F215ACD}"/>
          </ac:spMkLst>
        </pc:spChg>
        <pc:picChg chg="add mod">
          <ac:chgData name="Zhao, Jie" userId="7be6526a-30ba-445c-b3a9-aabf2c8f5828" providerId="ADAL" clId="{1469176B-5AA1-421C-BCF2-15FE637A54FE}" dt="2024-09-25T16:23:35.096" v="751" actId="1036"/>
          <ac:picMkLst>
            <pc:docMk/>
            <pc:sldMk cId="1385826411" sldId="311"/>
            <ac:picMk id="5" creationId="{FB401418-466A-5D0A-C6DA-51EF4B2C7E60}"/>
          </ac:picMkLst>
        </pc:picChg>
        <pc:picChg chg="del">
          <ac:chgData name="Zhao, Jie" userId="7be6526a-30ba-445c-b3a9-aabf2c8f5828" providerId="ADAL" clId="{1469176B-5AA1-421C-BCF2-15FE637A54FE}" dt="2024-09-25T16:23:15.218" v="727" actId="478"/>
          <ac:picMkLst>
            <pc:docMk/>
            <pc:sldMk cId="1385826411" sldId="311"/>
            <ac:picMk id="6" creationId="{50AC1EB2-A078-7D04-50FF-497029B158E0}"/>
          </ac:picMkLst>
        </pc:picChg>
      </pc:sldChg>
    </pc:docChg>
  </pc:docChgLst>
  <pc:docChgLst>
    <pc:chgData name="Zhao, Jie" userId="7be6526a-30ba-445c-b3a9-aabf2c8f5828" providerId="ADAL" clId="{B6688E9C-CE59-400B-B112-E6116AA3F089}"/>
    <pc:docChg chg="undo custSel delSld modSld">
      <pc:chgData name="Zhao, Jie" userId="7be6526a-30ba-445c-b3a9-aabf2c8f5828" providerId="ADAL" clId="{B6688E9C-CE59-400B-B112-E6116AA3F089}" dt="2024-08-29T20:28:23.933" v="3380" actId="1076"/>
      <pc:docMkLst>
        <pc:docMk/>
      </pc:docMkLst>
      <pc:sldChg chg="modSp mod">
        <pc:chgData name="Zhao, Jie" userId="7be6526a-30ba-445c-b3a9-aabf2c8f5828" providerId="ADAL" clId="{B6688E9C-CE59-400B-B112-E6116AA3F089}" dt="2024-08-27T21:27:20.314" v="26" actId="20577"/>
        <pc:sldMkLst>
          <pc:docMk/>
          <pc:sldMk cId="2199995263" sldId="256"/>
        </pc:sldMkLst>
        <pc:spChg chg="mod">
          <ac:chgData name="Zhao, Jie" userId="7be6526a-30ba-445c-b3a9-aabf2c8f5828" providerId="ADAL" clId="{B6688E9C-CE59-400B-B112-E6116AA3F089}" dt="2024-08-27T21:27:20.314" v="26" actId="20577"/>
          <ac:spMkLst>
            <pc:docMk/>
            <pc:sldMk cId="2199995263" sldId="256"/>
            <ac:spMk id="3" creationId="{2C5DF914-4B40-4A23-8AAC-9CFE7F215ACD}"/>
          </ac:spMkLst>
        </pc:spChg>
      </pc:sldChg>
      <pc:sldChg chg="modSp mod">
        <pc:chgData name="Zhao, Jie" userId="7be6526a-30ba-445c-b3a9-aabf2c8f5828" providerId="ADAL" clId="{B6688E9C-CE59-400B-B112-E6116AA3F089}" dt="2024-08-27T21:27:31.746" v="28" actId="20577"/>
        <pc:sldMkLst>
          <pc:docMk/>
          <pc:sldMk cId="4038797967" sldId="257"/>
        </pc:sldMkLst>
        <pc:spChg chg="mod">
          <ac:chgData name="Zhao, Jie" userId="7be6526a-30ba-445c-b3a9-aabf2c8f5828" providerId="ADAL" clId="{B6688E9C-CE59-400B-B112-E6116AA3F089}" dt="2024-08-27T21:27:31.746" v="28" actId="20577"/>
          <ac:spMkLst>
            <pc:docMk/>
            <pc:sldMk cId="4038797967" sldId="257"/>
            <ac:spMk id="3" creationId="{2C5DF914-4B40-4A23-8AAC-9CFE7F215ACD}"/>
          </ac:spMkLst>
        </pc:spChg>
      </pc:sldChg>
      <pc:sldChg chg="modSp mod">
        <pc:chgData name="Zhao, Jie" userId="7be6526a-30ba-445c-b3a9-aabf2c8f5828" providerId="ADAL" clId="{B6688E9C-CE59-400B-B112-E6116AA3F089}" dt="2024-08-27T21:31:15.704" v="519" actId="20577"/>
        <pc:sldMkLst>
          <pc:docMk/>
          <pc:sldMk cId="3760905314" sldId="281"/>
        </pc:sldMkLst>
        <pc:spChg chg="mod">
          <ac:chgData name="Zhao, Jie" userId="7be6526a-30ba-445c-b3a9-aabf2c8f5828" providerId="ADAL" clId="{B6688E9C-CE59-400B-B112-E6116AA3F089}" dt="2024-08-27T21:28:13.688" v="59" actId="20577"/>
          <ac:spMkLst>
            <pc:docMk/>
            <pc:sldMk cId="3760905314" sldId="281"/>
            <ac:spMk id="2" creationId="{C93848F5-1552-4316-ADB3-4EE4924B6477}"/>
          </ac:spMkLst>
        </pc:spChg>
        <pc:spChg chg="mod">
          <ac:chgData name="Zhao, Jie" userId="7be6526a-30ba-445c-b3a9-aabf2c8f5828" providerId="ADAL" clId="{B6688E9C-CE59-400B-B112-E6116AA3F089}" dt="2024-08-27T21:31:15.704" v="519" actId="20577"/>
          <ac:spMkLst>
            <pc:docMk/>
            <pc:sldMk cId="3760905314" sldId="281"/>
            <ac:spMk id="3" creationId="{2C5DF914-4B40-4A23-8AAC-9CFE7F215ACD}"/>
          </ac:spMkLst>
        </pc:spChg>
      </pc:sldChg>
      <pc:sldChg chg="modSp mod">
        <pc:chgData name="Zhao, Jie" userId="7be6526a-30ba-445c-b3a9-aabf2c8f5828" providerId="ADAL" clId="{B6688E9C-CE59-400B-B112-E6116AA3F089}" dt="2024-08-27T21:35:59.700" v="1148" actId="15"/>
        <pc:sldMkLst>
          <pc:docMk/>
          <pc:sldMk cId="3475695164" sldId="285"/>
        </pc:sldMkLst>
        <pc:spChg chg="mod">
          <ac:chgData name="Zhao, Jie" userId="7be6526a-30ba-445c-b3a9-aabf2c8f5828" providerId="ADAL" clId="{B6688E9C-CE59-400B-B112-E6116AA3F089}" dt="2024-08-27T21:31:41.759" v="551" actId="20577"/>
          <ac:spMkLst>
            <pc:docMk/>
            <pc:sldMk cId="3475695164" sldId="285"/>
            <ac:spMk id="2" creationId="{C93848F5-1552-4316-ADB3-4EE4924B6477}"/>
          </ac:spMkLst>
        </pc:spChg>
        <pc:spChg chg="mod">
          <ac:chgData name="Zhao, Jie" userId="7be6526a-30ba-445c-b3a9-aabf2c8f5828" providerId="ADAL" clId="{B6688E9C-CE59-400B-B112-E6116AA3F089}" dt="2024-08-27T21:35:59.700" v="1148" actId="15"/>
          <ac:spMkLst>
            <pc:docMk/>
            <pc:sldMk cId="3475695164" sldId="285"/>
            <ac:spMk id="3" creationId="{2C5DF914-4B40-4A23-8AAC-9CFE7F215ACD}"/>
          </ac:spMkLst>
        </pc:spChg>
      </pc:sldChg>
      <pc:sldChg chg="del">
        <pc:chgData name="Zhao, Jie" userId="7be6526a-30ba-445c-b3a9-aabf2c8f5828" providerId="ADAL" clId="{B6688E9C-CE59-400B-B112-E6116AA3F089}" dt="2024-08-27T21:39:58.414" v="1751" actId="2696"/>
        <pc:sldMkLst>
          <pc:docMk/>
          <pc:sldMk cId="951489133" sldId="286"/>
        </pc:sldMkLst>
      </pc:sldChg>
      <pc:sldChg chg="modSp mod">
        <pc:chgData name="Zhao, Jie" userId="7be6526a-30ba-445c-b3a9-aabf2c8f5828" providerId="ADAL" clId="{B6688E9C-CE59-400B-B112-E6116AA3F089}" dt="2024-08-27T21:47:29.462" v="2284" actId="20577"/>
        <pc:sldMkLst>
          <pc:docMk/>
          <pc:sldMk cId="1344119544" sldId="287"/>
        </pc:sldMkLst>
        <pc:spChg chg="mod">
          <ac:chgData name="Zhao, Jie" userId="7be6526a-30ba-445c-b3a9-aabf2c8f5828" providerId="ADAL" clId="{B6688E9C-CE59-400B-B112-E6116AA3F089}" dt="2024-08-27T21:40:29.543" v="1770" actId="20577"/>
          <ac:spMkLst>
            <pc:docMk/>
            <pc:sldMk cId="1344119544" sldId="287"/>
            <ac:spMk id="2" creationId="{C93848F5-1552-4316-ADB3-4EE4924B6477}"/>
          </ac:spMkLst>
        </pc:spChg>
        <pc:spChg chg="mod">
          <ac:chgData name="Zhao, Jie" userId="7be6526a-30ba-445c-b3a9-aabf2c8f5828" providerId="ADAL" clId="{B6688E9C-CE59-400B-B112-E6116AA3F089}" dt="2024-08-27T21:47:29.462" v="2284" actId="20577"/>
          <ac:spMkLst>
            <pc:docMk/>
            <pc:sldMk cId="1344119544" sldId="287"/>
            <ac:spMk id="3" creationId="{2C5DF914-4B40-4A23-8AAC-9CFE7F215ACD}"/>
          </ac:spMkLst>
        </pc:spChg>
      </pc:sldChg>
      <pc:sldChg chg="addSp delSp modSp mod">
        <pc:chgData name="Zhao, Jie" userId="7be6526a-30ba-445c-b3a9-aabf2c8f5828" providerId="ADAL" clId="{B6688E9C-CE59-400B-B112-E6116AA3F089}" dt="2024-08-27T21:49:56.552" v="2353" actId="1076"/>
        <pc:sldMkLst>
          <pc:docMk/>
          <pc:sldMk cId="2880740745" sldId="288"/>
        </pc:sldMkLst>
        <pc:spChg chg="mod">
          <ac:chgData name="Zhao, Jie" userId="7be6526a-30ba-445c-b3a9-aabf2c8f5828" providerId="ADAL" clId="{B6688E9C-CE59-400B-B112-E6116AA3F089}" dt="2024-08-27T21:48:16.096" v="2315" actId="20577"/>
          <ac:spMkLst>
            <pc:docMk/>
            <pc:sldMk cId="2880740745" sldId="288"/>
            <ac:spMk id="2" creationId="{C93848F5-1552-4316-ADB3-4EE4924B6477}"/>
          </ac:spMkLst>
        </pc:spChg>
        <pc:spChg chg="del">
          <ac:chgData name="Zhao, Jie" userId="7be6526a-30ba-445c-b3a9-aabf2c8f5828" providerId="ADAL" clId="{B6688E9C-CE59-400B-B112-E6116AA3F089}" dt="2024-08-27T21:49:32.666" v="2316" actId="478"/>
          <ac:spMkLst>
            <pc:docMk/>
            <pc:sldMk cId="2880740745" sldId="288"/>
            <ac:spMk id="3" creationId="{2C5DF914-4B40-4A23-8AAC-9CFE7F215ACD}"/>
          </ac:spMkLst>
        </pc:spChg>
        <pc:spChg chg="add del mod">
          <ac:chgData name="Zhao, Jie" userId="7be6526a-30ba-445c-b3a9-aabf2c8f5828" providerId="ADAL" clId="{B6688E9C-CE59-400B-B112-E6116AA3F089}" dt="2024-08-27T21:49:35.833" v="2317" actId="478"/>
          <ac:spMkLst>
            <pc:docMk/>
            <pc:sldMk cId="2880740745" sldId="288"/>
            <ac:spMk id="5" creationId="{6BFCC619-6555-35A1-E585-32177B44D706}"/>
          </ac:spMkLst>
        </pc:spChg>
        <pc:picChg chg="add mod">
          <ac:chgData name="Zhao, Jie" userId="7be6526a-30ba-445c-b3a9-aabf2c8f5828" providerId="ADAL" clId="{B6688E9C-CE59-400B-B112-E6116AA3F089}" dt="2024-08-27T21:49:56.552" v="2353" actId="1076"/>
          <ac:picMkLst>
            <pc:docMk/>
            <pc:sldMk cId="2880740745" sldId="288"/>
            <ac:picMk id="7" creationId="{CFDBECA6-4485-1A28-9969-F78A24E0B152}"/>
          </ac:picMkLst>
        </pc:picChg>
      </pc:sldChg>
      <pc:sldChg chg="addSp delSp modSp mod">
        <pc:chgData name="Zhao, Jie" userId="7be6526a-30ba-445c-b3a9-aabf2c8f5828" providerId="ADAL" clId="{B6688E9C-CE59-400B-B112-E6116AA3F089}" dt="2024-08-29T20:28:23.933" v="3380" actId="1076"/>
        <pc:sldMkLst>
          <pc:docMk/>
          <pc:sldMk cId="2790480711" sldId="289"/>
        </pc:sldMkLst>
        <pc:spChg chg="mod">
          <ac:chgData name="Zhao, Jie" userId="7be6526a-30ba-445c-b3a9-aabf2c8f5828" providerId="ADAL" clId="{B6688E9C-CE59-400B-B112-E6116AA3F089}" dt="2024-08-27T21:53:54.209" v="2382" actId="20577"/>
          <ac:spMkLst>
            <pc:docMk/>
            <pc:sldMk cId="2790480711" sldId="289"/>
            <ac:spMk id="2" creationId="{C93848F5-1552-4316-ADB3-4EE4924B6477}"/>
          </ac:spMkLst>
        </pc:spChg>
        <pc:spChg chg="del">
          <ac:chgData name="Zhao, Jie" userId="7be6526a-30ba-445c-b3a9-aabf2c8f5828" providerId="ADAL" clId="{B6688E9C-CE59-400B-B112-E6116AA3F089}" dt="2024-08-27T21:53:09.661" v="2354" actId="478"/>
          <ac:spMkLst>
            <pc:docMk/>
            <pc:sldMk cId="2790480711" sldId="289"/>
            <ac:spMk id="3" creationId="{2C5DF914-4B40-4A23-8AAC-9CFE7F215ACD}"/>
          </ac:spMkLst>
        </pc:spChg>
        <pc:spChg chg="add del mod">
          <ac:chgData name="Zhao, Jie" userId="7be6526a-30ba-445c-b3a9-aabf2c8f5828" providerId="ADAL" clId="{B6688E9C-CE59-400B-B112-E6116AA3F089}" dt="2024-08-27T21:53:12.821" v="2355" actId="478"/>
          <ac:spMkLst>
            <pc:docMk/>
            <pc:sldMk cId="2790480711" sldId="289"/>
            <ac:spMk id="5" creationId="{695D5342-0E98-0FAC-DEE1-69B6113FD42A}"/>
          </ac:spMkLst>
        </pc:spChg>
        <pc:picChg chg="add mod">
          <ac:chgData name="Zhao, Jie" userId="7be6526a-30ba-445c-b3a9-aabf2c8f5828" providerId="ADAL" clId="{B6688E9C-CE59-400B-B112-E6116AA3F089}" dt="2024-08-29T20:28:23.933" v="3380" actId="1076"/>
          <ac:picMkLst>
            <pc:docMk/>
            <pc:sldMk cId="2790480711" sldId="289"/>
            <ac:picMk id="7" creationId="{4B08BC45-6CB2-329D-A1BB-EF81E474C7CD}"/>
          </ac:picMkLst>
        </pc:picChg>
      </pc:sldChg>
      <pc:sldChg chg="modSp mod">
        <pc:chgData name="Zhao, Jie" userId="7be6526a-30ba-445c-b3a9-aabf2c8f5828" providerId="ADAL" clId="{B6688E9C-CE59-400B-B112-E6116AA3F089}" dt="2024-08-27T21:58:19.777" v="3377" actId="20577"/>
        <pc:sldMkLst>
          <pc:docMk/>
          <pc:sldMk cId="1834639436" sldId="290"/>
        </pc:sldMkLst>
        <pc:spChg chg="mod">
          <ac:chgData name="Zhao, Jie" userId="7be6526a-30ba-445c-b3a9-aabf2c8f5828" providerId="ADAL" clId="{B6688E9C-CE59-400B-B112-E6116AA3F089}" dt="2024-08-27T21:54:56.610" v="2462" actId="20577"/>
          <ac:spMkLst>
            <pc:docMk/>
            <pc:sldMk cId="1834639436" sldId="290"/>
            <ac:spMk id="2" creationId="{C93848F5-1552-4316-ADB3-4EE4924B6477}"/>
          </ac:spMkLst>
        </pc:spChg>
        <pc:spChg chg="mod">
          <ac:chgData name="Zhao, Jie" userId="7be6526a-30ba-445c-b3a9-aabf2c8f5828" providerId="ADAL" clId="{B6688E9C-CE59-400B-B112-E6116AA3F089}" dt="2024-08-27T21:58:19.777" v="3377" actId="20577"/>
          <ac:spMkLst>
            <pc:docMk/>
            <pc:sldMk cId="1834639436" sldId="290"/>
            <ac:spMk id="3" creationId="{2C5DF914-4B40-4A23-8AAC-9CFE7F215ACD}"/>
          </ac:spMkLst>
        </pc:spChg>
      </pc:sldChg>
      <pc:sldChg chg="del">
        <pc:chgData name="Zhao, Jie" userId="7be6526a-30ba-445c-b3a9-aabf2c8f5828" providerId="ADAL" clId="{B6688E9C-CE59-400B-B112-E6116AA3F089}" dt="2024-08-27T21:58:32.439" v="3378" actId="47"/>
        <pc:sldMkLst>
          <pc:docMk/>
          <pc:sldMk cId="941714667" sldId="291"/>
        </pc:sldMkLst>
      </pc:sldChg>
      <pc:sldChg chg="del">
        <pc:chgData name="Zhao, Jie" userId="7be6526a-30ba-445c-b3a9-aabf2c8f5828" providerId="ADAL" clId="{B6688E9C-CE59-400B-B112-E6116AA3F089}" dt="2024-08-27T21:58:34.155" v="3379" actId="47"/>
        <pc:sldMkLst>
          <pc:docMk/>
          <pc:sldMk cId="4226161942" sldId="292"/>
        </pc:sldMkLst>
      </pc:sldChg>
      <pc:sldChg chg="modSp mod">
        <pc:chgData name="Zhao, Jie" userId="7be6526a-30ba-445c-b3a9-aabf2c8f5828" providerId="ADAL" clId="{B6688E9C-CE59-400B-B112-E6116AA3F089}" dt="2024-08-27T21:39:47.456" v="1750" actId="20577"/>
        <pc:sldMkLst>
          <pc:docMk/>
          <pc:sldMk cId="1600943045" sldId="293"/>
        </pc:sldMkLst>
        <pc:spChg chg="mod">
          <ac:chgData name="Zhao, Jie" userId="7be6526a-30ba-445c-b3a9-aabf2c8f5828" providerId="ADAL" clId="{B6688E9C-CE59-400B-B112-E6116AA3F089}" dt="2024-08-27T21:36:33.522" v="1185" actId="20577"/>
          <ac:spMkLst>
            <pc:docMk/>
            <pc:sldMk cId="1600943045" sldId="293"/>
            <ac:spMk id="2" creationId="{C93848F5-1552-4316-ADB3-4EE4924B6477}"/>
          </ac:spMkLst>
        </pc:spChg>
        <pc:spChg chg="mod">
          <ac:chgData name="Zhao, Jie" userId="7be6526a-30ba-445c-b3a9-aabf2c8f5828" providerId="ADAL" clId="{B6688E9C-CE59-400B-B112-E6116AA3F089}" dt="2024-08-27T21:39:47.456" v="1750" actId="20577"/>
          <ac:spMkLst>
            <pc:docMk/>
            <pc:sldMk cId="1600943045" sldId="293"/>
            <ac:spMk id="3" creationId="{2C5DF914-4B40-4A23-8AAC-9CFE7F215ACD}"/>
          </ac:spMkLst>
        </pc:spChg>
      </pc:sldChg>
    </pc:docChg>
  </pc:docChgLst>
  <pc:docChgLst>
    <pc:chgData name="Zhao, Jie" userId="7be6526a-30ba-445c-b3a9-aabf2c8f5828" providerId="ADAL" clId="{548BD793-5C3D-40A0-B595-E9FDF1F697BA}"/>
    <pc:docChg chg="custSel delSld modSld">
      <pc:chgData name="Zhao, Jie" userId="7be6526a-30ba-445c-b3a9-aabf2c8f5828" providerId="ADAL" clId="{548BD793-5C3D-40A0-B595-E9FDF1F697BA}" dt="2024-10-02T17:42:39.958" v="267" actId="20577"/>
      <pc:docMkLst>
        <pc:docMk/>
      </pc:docMkLst>
      <pc:sldChg chg="modSp mod">
        <pc:chgData name="Zhao, Jie" userId="7be6526a-30ba-445c-b3a9-aabf2c8f5828" providerId="ADAL" clId="{548BD793-5C3D-40A0-B595-E9FDF1F697BA}" dt="2024-09-29T18:15:35.416" v="30" actId="20577"/>
        <pc:sldMkLst>
          <pc:docMk/>
          <pc:sldMk cId="2199995263" sldId="256"/>
        </pc:sldMkLst>
        <pc:spChg chg="mod">
          <ac:chgData name="Zhao, Jie" userId="7be6526a-30ba-445c-b3a9-aabf2c8f5828" providerId="ADAL" clId="{548BD793-5C3D-40A0-B595-E9FDF1F697BA}" dt="2024-09-29T18:15:35.416" v="30" actId="20577"/>
          <ac:spMkLst>
            <pc:docMk/>
            <pc:sldMk cId="2199995263" sldId="256"/>
            <ac:spMk id="3" creationId="{2C5DF914-4B40-4A23-8AAC-9CFE7F215ACD}"/>
          </ac:spMkLst>
        </pc:spChg>
      </pc:sldChg>
      <pc:sldChg chg="addSp delSp modSp mod">
        <pc:chgData name="Zhao, Jie" userId="7be6526a-30ba-445c-b3a9-aabf2c8f5828" providerId="ADAL" clId="{548BD793-5C3D-40A0-B595-E9FDF1F697BA}" dt="2024-10-02T17:42:39.958" v="267" actId="20577"/>
        <pc:sldMkLst>
          <pc:docMk/>
          <pc:sldMk cId="3760905314" sldId="281"/>
        </pc:sldMkLst>
        <pc:spChg chg="mod">
          <ac:chgData name="Zhao, Jie" userId="7be6526a-30ba-445c-b3a9-aabf2c8f5828" providerId="ADAL" clId="{548BD793-5C3D-40A0-B595-E9FDF1F697BA}" dt="2024-09-29T18:16:09.514" v="67" actId="20577"/>
          <ac:spMkLst>
            <pc:docMk/>
            <pc:sldMk cId="3760905314" sldId="281"/>
            <ac:spMk id="2" creationId="{C93848F5-1552-4316-ADB3-4EE4924B6477}"/>
          </ac:spMkLst>
        </pc:spChg>
        <pc:spChg chg="mod">
          <ac:chgData name="Zhao, Jie" userId="7be6526a-30ba-445c-b3a9-aabf2c8f5828" providerId="ADAL" clId="{548BD793-5C3D-40A0-B595-E9FDF1F697BA}" dt="2024-10-02T17:42:39.958" v="267" actId="20577"/>
          <ac:spMkLst>
            <pc:docMk/>
            <pc:sldMk cId="3760905314" sldId="281"/>
            <ac:spMk id="3" creationId="{2C5DF914-4B40-4A23-8AAC-9CFE7F215ACD}"/>
          </ac:spMkLst>
        </pc:spChg>
        <pc:picChg chg="add mod">
          <ac:chgData name="Zhao, Jie" userId="7be6526a-30ba-445c-b3a9-aabf2c8f5828" providerId="ADAL" clId="{548BD793-5C3D-40A0-B595-E9FDF1F697BA}" dt="2024-09-29T18:17:34.328" v="111" actId="1035"/>
          <ac:picMkLst>
            <pc:docMk/>
            <pc:sldMk cId="3760905314" sldId="281"/>
            <ac:picMk id="4" creationId="{932C46A4-26CB-B79F-E594-FCB4D95A16AC}"/>
          </ac:picMkLst>
        </pc:picChg>
        <pc:picChg chg="del">
          <ac:chgData name="Zhao, Jie" userId="7be6526a-30ba-445c-b3a9-aabf2c8f5828" providerId="ADAL" clId="{548BD793-5C3D-40A0-B595-E9FDF1F697BA}" dt="2024-09-29T18:16:20.043" v="68" actId="478"/>
          <ac:picMkLst>
            <pc:docMk/>
            <pc:sldMk cId="3760905314" sldId="281"/>
            <ac:picMk id="5" creationId="{A81C8579-7758-2FF9-7E4B-18464CA91C10}"/>
          </ac:picMkLst>
        </pc:picChg>
      </pc:sldChg>
      <pc:sldChg chg="addSp delSp modSp mod">
        <pc:chgData name="Zhao, Jie" userId="7be6526a-30ba-445c-b3a9-aabf2c8f5828" providerId="ADAL" clId="{548BD793-5C3D-40A0-B595-E9FDF1F697BA}" dt="2024-09-29T18:19:37.506" v="205" actId="1036"/>
        <pc:sldMkLst>
          <pc:docMk/>
          <pc:sldMk cId="6708950" sldId="301"/>
        </pc:sldMkLst>
        <pc:spChg chg="mod">
          <ac:chgData name="Zhao, Jie" userId="7be6526a-30ba-445c-b3a9-aabf2c8f5828" providerId="ADAL" clId="{548BD793-5C3D-40A0-B595-E9FDF1F697BA}" dt="2024-09-29T18:18:35.554" v="155" actId="20577"/>
          <ac:spMkLst>
            <pc:docMk/>
            <pc:sldMk cId="6708950" sldId="301"/>
            <ac:spMk id="2" creationId="{C93848F5-1552-4316-ADB3-4EE4924B6477}"/>
          </ac:spMkLst>
        </pc:spChg>
        <pc:spChg chg="mod">
          <ac:chgData name="Zhao, Jie" userId="7be6526a-30ba-445c-b3a9-aabf2c8f5828" providerId="ADAL" clId="{548BD793-5C3D-40A0-B595-E9FDF1F697BA}" dt="2024-09-29T18:19:25.958" v="175" actId="6549"/>
          <ac:spMkLst>
            <pc:docMk/>
            <pc:sldMk cId="6708950" sldId="301"/>
            <ac:spMk id="3" creationId="{2C5DF914-4B40-4A23-8AAC-9CFE7F215ACD}"/>
          </ac:spMkLst>
        </pc:spChg>
        <pc:picChg chg="del">
          <ac:chgData name="Zhao, Jie" userId="7be6526a-30ba-445c-b3a9-aabf2c8f5828" providerId="ADAL" clId="{548BD793-5C3D-40A0-B595-E9FDF1F697BA}" dt="2024-09-29T18:18:46.726" v="156" actId="478"/>
          <ac:picMkLst>
            <pc:docMk/>
            <pc:sldMk cId="6708950" sldId="301"/>
            <ac:picMk id="4" creationId="{C7783068-20D6-ECE1-AD63-FA4A9C0B39E4}"/>
          </ac:picMkLst>
        </pc:picChg>
        <pc:picChg chg="add mod">
          <ac:chgData name="Zhao, Jie" userId="7be6526a-30ba-445c-b3a9-aabf2c8f5828" providerId="ADAL" clId="{548BD793-5C3D-40A0-B595-E9FDF1F697BA}" dt="2024-09-29T18:19:37.506" v="205" actId="1036"/>
          <ac:picMkLst>
            <pc:docMk/>
            <pc:sldMk cId="6708950" sldId="301"/>
            <ac:picMk id="5" creationId="{1316F92B-8156-6056-1933-590248324E1F}"/>
          </ac:picMkLst>
        </pc:picChg>
      </pc:sldChg>
      <pc:sldChg chg="addSp delSp modSp mod">
        <pc:chgData name="Zhao, Jie" userId="7be6526a-30ba-445c-b3a9-aabf2c8f5828" providerId="ADAL" clId="{548BD793-5C3D-40A0-B595-E9FDF1F697BA}" dt="2024-09-29T19:29:10.624" v="256" actId="14100"/>
        <pc:sldMkLst>
          <pc:docMk/>
          <pc:sldMk cId="2915334604" sldId="302"/>
        </pc:sldMkLst>
        <pc:spChg chg="mod">
          <ac:chgData name="Zhao, Jie" userId="7be6526a-30ba-445c-b3a9-aabf2c8f5828" providerId="ADAL" clId="{548BD793-5C3D-40A0-B595-E9FDF1F697BA}" dt="2024-09-29T19:28:08.663" v="214" actId="20577"/>
          <ac:spMkLst>
            <pc:docMk/>
            <pc:sldMk cId="2915334604" sldId="302"/>
            <ac:spMk id="2" creationId="{C93848F5-1552-4316-ADB3-4EE4924B6477}"/>
          </ac:spMkLst>
        </pc:spChg>
        <pc:spChg chg="mod">
          <ac:chgData name="Zhao, Jie" userId="7be6526a-30ba-445c-b3a9-aabf2c8f5828" providerId="ADAL" clId="{548BD793-5C3D-40A0-B595-E9FDF1F697BA}" dt="2024-09-29T19:29:10.624" v="256" actId="14100"/>
          <ac:spMkLst>
            <pc:docMk/>
            <pc:sldMk cId="2915334604" sldId="302"/>
            <ac:spMk id="3" creationId="{2C5DF914-4B40-4A23-8AAC-9CFE7F215ACD}"/>
          </ac:spMkLst>
        </pc:spChg>
        <pc:picChg chg="del">
          <ac:chgData name="Zhao, Jie" userId="7be6526a-30ba-445c-b3a9-aabf2c8f5828" providerId="ADAL" clId="{548BD793-5C3D-40A0-B595-E9FDF1F697BA}" dt="2024-09-29T19:28:15.758" v="215" actId="478"/>
          <ac:picMkLst>
            <pc:docMk/>
            <pc:sldMk cId="2915334604" sldId="302"/>
            <ac:picMk id="4" creationId="{41AC1FB6-6316-2FBB-704E-6F033150A604}"/>
          </ac:picMkLst>
        </pc:picChg>
        <pc:picChg chg="add mod">
          <ac:chgData name="Zhao, Jie" userId="7be6526a-30ba-445c-b3a9-aabf2c8f5828" providerId="ADAL" clId="{548BD793-5C3D-40A0-B595-E9FDF1F697BA}" dt="2024-09-29T19:28:28.277" v="226" actId="1076"/>
          <ac:picMkLst>
            <pc:docMk/>
            <pc:sldMk cId="2915334604" sldId="302"/>
            <ac:picMk id="5" creationId="{70153346-D716-27C0-A2D4-657E126662B3}"/>
          </ac:picMkLst>
        </pc:picChg>
      </pc:sldChg>
      <pc:sldChg chg="del">
        <pc:chgData name="Zhao, Jie" userId="7be6526a-30ba-445c-b3a9-aabf2c8f5828" providerId="ADAL" clId="{548BD793-5C3D-40A0-B595-E9FDF1F697BA}" dt="2024-09-29T19:29:14.717" v="258" actId="47"/>
        <pc:sldMkLst>
          <pc:docMk/>
          <pc:sldMk cId="3716270855" sldId="303"/>
        </pc:sldMkLst>
      </pc:sldChg>
      <pc:sldChg chg="del">
        <pc:chgData name="Zhao, Jie" userId="7be6526a-30ba-445c-b3a9-aabf2c8f5828" providerId="ADAL" clId="{548BD793-5C3D-40A0-B595-E9FDF1F697BA}" dt="2024-09-29T19:29:14.883" v="259" actId="47"/>
        <pc:sldMkLst>
          <pc:docMk/>
          <pc:sldMk cId="3016096703" sldId="304"/>
        </pc:sldMkLst>
      </pc:sldChg>
      <pc:sldChg chg="del">
        <pc:chgData name="Zhao, Jie" userId="7be6526a-30ba-445c-b3a9-aabf2c8f5828" providerId="ADAL" clId="{548BD793-5C3D-40A0-B595-E9FDF1F697BA}" dt="2024-09-29T19:29:14.481" v="257" actId="47"/>
        <pc:sldMkLst>
          <pc:docMk/>
          <pc:sldMk cId="4209100737" sldId="305"/>
        </pc:sldMkLst>
      </pc:sldChg>
      <pc:sldChg chg="del">
        <pc:chgData name="Zhao, Jie" userId="7be6526a-30ba-445c-b3a9-aabf2c8f5828" providerId="ADAL" clId="{548BD793-5C3D-40A0-B595-E9FDF1F697BA}" dt="2024-09-29T19:29:15.044" v="260" actId="47"/>
        <pc:sldMkLst>
          <pc:docMk/>
          <pc:sldMk cId="2516634973" sldId="307"/>
        </pc:sldMkLst>
      </pc:sldChg>
      <pc:sldChg chg="del">
        <pc:chgData name="Zhao, Jie" userId="7be6526a-30ba-445c-b3a9-aabf2c8f5828" providerId="ADAL" clId="{548BD793-5C3D-40A0-B595-E9FDF1F697BA}" dt="2024-09-29T19:29:15.209" v="261" actId="47"/>
        <pc:sldMkLst>
          <pc:docMk/>
          <pc:sldMk cId="995377948" sldId="308"/>
        </pc:sldMkLst>
      </pc:sldChg>
      <pc:sldChg chg="del">
        <pc:chgData name="Zhao, Jie" userId="7be6526a-30ba-445c-b3a9-aabf2c8f5828" providerId="ADAL" clId="{548BD793-5C3D-40A0-B595-E9FDF1F697BA}" dt="2024-09-29T19:29:16.956" v="264" actId="47"/>
        <pc:sldMkLst>
          <pc:docMk/>
          <pc:sldMk cId="3714792402" sldId="309"/>
        </pc:sldMkLst>
      </pc:sldChg>
      <pc:sldChg chg="del">
        <pc:chgData name="Zhao, Jie" userId="7be6526a-30ba-445c-b3a9-aabf2c8f5828" providerId="ADAL" clId="{548BD793-5C3D-40A0-B595-E9FDF1F697BA}" dt="2024-09-29T19:29:16.043" v="262" actId="47"/>
        <pc:sldMkLst>
          <pc:docMk/>
          <pc:sldMk cId="2801505921" sldId="310"/>
        </pc:sldMkLst>
      </pc:sldChg>
      <pc:sldChg chg="del">
        <pc:chgData name="Zhao, Jie" userId="7be6526a-30ba-445c-b3a9-aabf2c8f5828" providerId="ADAL" clId="{548BD793-5C3D-40A0-B595-E9FDF1F697BA}" dt="2024-09-29T19:29:16.223" v="263" actId="47"/>
        <pc:sldMkLst>
          <pc:docMk/>
          <pc:sldMk cId="1385826411" sldId="311"/>
        </pc:sldMkLst>
      </pc:sldChg>
    </pc:docChg>
  </pc:docChgLst>
  <pc:docChgLst>
    <pc:chgData name="Zhao, Jie" userId="7be6526a-30ba-445c-b3a9-aabf2c8f5828" providerId="ADAL" clId="{41F997F9-B0A0-49D5-A10E-D2B80188483B}"/>
    <pc:docChg chg="undo custSel addSld delSld modSld">
      <pc:chgData name="Zhao, Jie" userId="7be6526a-30ba-445c-b3a9-aabf2c8f5828" providerId="ADAL" clId="{41F997F9-B0A0-49D5-A10E-D2B80188483B}" dt="2024-10-09T18:31:38.756" v="323" actId="20577"/>
      <pc:docMkLst>
        <pc:docMk/>
      </pc:docMkLst>
      <pc:sldChg chg="modSp mod">
        <pc:chgData name="Zhao, Jie" userId="7be6526a-30ba-445c-b3a9-aabf2c8f5828" providerId="ADAL" clId="{41F997F9-B0A0-49D5-A10E-D2B80188483B}" dt="2024-10-09T18:31:38.756" v="323" actId="20577"/>
        <pc:sldMkLst>
          <pc:docMk/>
          <pc:sldMk cId="2199995263" sldId="256"/>
        </pc:sldMkLst>
        <pc:spChg chg="mod">
          <ac:chgData name="Zhao, Jie" userId="7be6526a-30ba-445c-b3a9-aabf2c8f5828" providerId="ADAL" clId="{41F997F9-B0A0-49D5-A10E-D2B80188483B}" dt="2024-10-09T18:31:38.756" v="323" actId="20577"/>
          <ac:spMkLst>
            <pc:docMk/>
            <pc:sldMk cId="2199995263" sldId="256"/>
            <ac:spMk id="3" creationId="{2C5DF914-4B40-4A23-8AAC-9CFE7F215ACD}"/>
          </ac:spMkLst>
        </pc:spChg>
      </pc:sldChg>
      <pc:sldChg chg="addSp delSp modSp mod">
        <pc:chgData name="Zhao, Jie" userId="7be6526a-30ba-445c-b3a9-aabf2c8f5828" providerId="ADAL" clId="{41F997F9-B0A0-49D5-A10E-D2B80188483B}" dt="2024-10-09T16:46:05.805" v="138" actId="1035"/>
        <pc:sldMkLst>
          <pc:docMk/>
          <pc:sldMk cId="3760905314" sldId="281"/>
        </pc:sldMkLst>
        <pc:spChg chg="mod">
          <ac:chgData name="Zhao, Jie" userId="7be6526a-30ba-445c-b3a9-aabf2c8f5828" providerId="ADAL" clId="{41F997F9-B0A0-49D5-A10E-D2B80188483B}" dt="2024-10-09T16:42:57.898" v="93" actId="20577"/>
          <ac:spMkLst>
            <pc:docMk/>
            <pc:sldMk cId="3760905314" sldId="281"/>
            <ac:spMk id="2" creationId="{C93848F5-1552-4316-ADB3-4EE4924B6477}"/>
          </ac:spMkLst>
        </pc:spChg>
        <pc:spChg chg="mod">
          <ac:chgData name="Zhao, Jie" userId="7be6526a-30ba-445c-b3a9-aabf2c8f5828" providerId="ADAL" clId="{41F997F9-B0A0-49D5-A10E-D2B80188483B}" dt="2024-10-09T16:46:00.740" v="127" actId="255"/>
          <ac:spMkLst>
            <pc:docMk/>
            <pc:sldMk cId="3760905314" sldId="281"/>
            <ac:spMk id="3" creationId="{2C5DF914-4B40-4A23-8AAC-9CFE7F215ACD}"/>
          </ac:spMkLst>
        </pc:spChg>
        <pc:picChg chg="del">
          <ac:chgData name="Zhao, Jie" userId="7be6526a-30ba-445c-b3a9-aabf2c8f5828" providerId="ADAL" clId="{41F997F9-B0A0-49D5-A10E-D2B80188483B}" dt="2024-10-09T16:42:31.169" v="66" actId="478"/>
          <ac:picMkLst>
            <pc:docMk/>
            <pc:sldMk cId="3760905314" sldId="281"/>
            <ac:picMk id="4" creationId="{932C46A4-26CB-B79F-E594-FCB4D95A16AC}"/>
          </ac:picMkLst>
        </pc:picChg>
        <pc:picChg chg="add mod">
          <ac:chgData name="Zhao, Jie" userId="7be6526a-30ba-445c-b3a9-aabf2c8f5828" providerId="ADAL" clId="{41F997F9-B0A0-49D5-A10E-D2B80188483B}" dt="2024-10-09T16:46:05.805" v="138" actId="1035"/>
          <ac:picMkLst>
            <pc:docMk/>
            <pc:sldMk cId="3760905314" sldId="281"/>
            <ac:picMk id="5" creationId="{B79BF71D-3EA6-BEF8-9430-5EC07E968CF2}"/>
          </ac:picMkLst>
        </pc:picChg>
      </pc:sldChg>
      <pc:sldChg chg="addSp delSp modSp mod">
        <pc:chgData name="Zhao, Jie" userId="7be6526a-30ba-445c-b3a9-aabf2c8f5828" providerId="ADAL" clId="{41F997F9-B0A0-49D5-A10E-D2B80188483B}" dt="2024-10-09T16:51:56.595" v="320" actId="1035"/>
        <pc:sldMkLst>
          <pc:docMk/>
          <pc:sldMk cId="6708950" sldId="301"/>
        </pc:sldMkLst>
        <pc:spChg chg="mod">
          <ac:chgData name="Zhao, Jie" userId="7be6526a-30ba-445c-b3a9-aabf2c8f5828" providerId="ADAL" clId="{41F997F9-B0A0-49D5-A10E-D2B80188483B}" dt="2024-10-09T16:50:32.957" v="280" actId="20577"/>
          <ac:spMkLst>
            <pc:docMk/>
            <pc:sldMk cId="6708950" sldId="301"/>
            <ac:spMk id="2" creationId="{C93848F5-1552-4316-ADB3-4EE4924B6477}"/>
          </ac:spMkLst>
        </pc:spChg>
        <pc:spChg chg="mod">
          <ac:chgData name="Zhao, Jie" userId="7be6526a-30ba-445c-b3a9-aabf2c8f5828" providerId="ADAL" clId="{41F997F9-B0A0-49D5-A10E-D2B80188483B}" dt="2024-10-09T16:51:56.595" v="320" actId="1035"/>
          <ac:spMkLst>
            <pc:docMk/>
            <pc:sldMk cId="6708950" sldId="301"/>
            <ac:spMk id="3" creationId="{2C5DF914-4B40-4A23-8AAC-9CFE7F215ACD}"/>
          </ac:spMkLst>
        </pc:spChg>
        <pc:picChg chg="add mod">
          <ac:chgData name="Zhao, Jie" userId="7be6526a-30ba-445c-b3a9-aabf2c8f5828" providerId="ADAL" clId="{41F997F9-B0A0-49D5-A10E-D2B80188483B}" dt="2024-10-09T16:51:37.166" v="311" actId="1035"/>
          <ac:picMkLst>
            <pc:docMk/>
            <pc:sldMk cId="6708950" sldId="301"/>
            <ac:picMk id="4" creationId="{5786B1F1-97A6-E228-3291-4C4CE133AF19}"/>
          </ac:picMkLst>
        </pc:picChg>
        <pc:picChg chg="del">
          <ac:chgData name="Zhao, Jie" userId="7be6526a-30ba-445c-b3a9-aabf2c8f5828" providerId="ADAL" clId="{41F997F9-B0A0-49D5-A10E-D2B80188483B}" dt="2024-10-09T16:49:55.830" v="264" actId="478"/>
          <ac:picMkLst>
            <pc:docMk/>
            <pc:sldMk cId="6708950" sldId="301"/>
            <ac:picMk id="5" creationId="{1316F92B-8156-6056-1933-590248324E1F}"/>
          </ac:picMkLst>
        </pc:picChg>
      </pc:sldChg>
      <pc:sldChg chg="del">
        <pc:chgData name="Zhao, Jie" userId="7be6526a-30ba-445c-b3a9-aabf2c8f5828" providerId="ADAL" clId="{41F997F9-B0A0-49D5-A10E-D2B80188483B}" dt="2024-10-09T16:52:02.213" v="321" actId="47"/>
        <pc:sldMkLst>
          <pc:docMk/>
          <pc:sldMk cId="2915334604" sldId="302"/>
        </pc:sldMkLst>
      </pc:sldChg>
      <pc:sldChg chg="addSp modSp add mod">
        <pc:chgData name="Zhao, Jie" userId="7be6526a-30ba-445c-b3a9-aabf2c8f5828" providerId="ADAL" clId="{41F997F9-B0A0-49D5-A10E-D2B80188483B}" dt="2024-10-09T16:47:34.430" v="186" actId="14100"/>
        <pc:sldMkLst>
          <pc:docMk/>
          <pc:sldMk cId="1838224532" sldId="303"/>
        </pc:sldMkLst>
        <pc:spChg chg="mod">
          <ac:chgData name="Zhao, Jie" userId="7be6526a-30ba-445c-b3a9-aabf2c8f5828" providerId="ADAL" clId="{41F997F9-B0A0-49D5-A10E-D2B80188483B}" dt="2024-10-09T16:47:34.430" v="186" actId="14100"/>
          <ac:spMkLst>
            <pc:docMk/>
            <pc:sldMk cId="1838224532" sldId="303"/>
            <ac:spMk id="3" creationId="{2C5DF914-4B40-4A23-8AAC-9CFE7F215ACD}"/>
          </ac:spMkLst>
        </pc:spChg>
        <pc:graphicFrameChg chg="add mod modGraphic">
          <ac:chgData name="Zhao, Jie" userId="7be6526a-30ba-445c-b3a9-aabf2c8f5828" providerId="ADAL" clId="{41F997F9-B0A0-49D5-A10E-D2B80188483B}" dt="2024-10-09T16:47:16.325" v="151" actId="1076"/>
          <ac:graphicFrameMkLst>
            <pc:docMk/>
            <pc:sldMk cId="1838224532" sldId="303"/>
            <ac:graphicFrameMk id="4" creationId="{4C4CB1C8-3771-370E-7C5B-C4DE4E2530F6}"/>
          </ac:graphicFrameMkLst>
        </pc:graphicFrameChg>
        <pc:picChg chg="mod">
          <ac:chgData name="Zhao, Jie" userId="7be6526a-30ba-445c-b3a9-aabf2c8f5828" providerId="ADAL" clId="{41F997F9-B0A0-49D5-A10E-D2B80188483B}" dt="2024-10-09T16:47:26.981" v="168" actId="1035"/>
          <ac:picMkLst>
            <pc:docMk/>
            <pc:sldMk cId="1838224532" sldId="303"/>
            <ac:picMk id="5" creationId="{B79BF71D-3EA6-BEF8-9430-5EC07E968CF2}"/>
          </ac:picMkLst>
        </pc:picChg>
      </pc:sldChg>
      <pc:sldChg chg="modSp add mod">
        <pc:chgData name="Zhao, Jie" userId="7be6526a-30ba-445c-b3a9-aabf2c8f5828" providerId="ADAL" clId="{41F997F9-B0A0-49D5-A10E-D2B80188483B}" dt="2024-10-09T16:49:27.115" v="242" actId="6549"/>
        <pc:sldMkLst>
          <pc:docMk/>
          <pc:sldMk cId="1558883488" sldId="304"/>
        </pc:sldMkLst>
        <pc:spChg chg="mod">
          <ac:chgData name="Zhao, Jie" userId="7be6526a-30ba-445c-b3a9-aabf2c8f5828" providerId="ADAL" clId="{41F997F9-B0A0-49D5-A10E-D2B80188483B}" dt="2024-10-09T16:49:27.115" v="242" actId="6549"/>
          <ac:spMkLst>
            <pc:docMk/>
            <pc:sldMk cId="1558883488" sldId="304"/>
            <ac:spMk id="3" creationId="{2C5DF914-4B40-4A23-8AAC-9CFE7F215ACD}"/>
          </ac:spMkLst>
        </pc:spChg>
      </pc:sldChg>
    </pc:docChg>
  </pc:docChgLst>
  <pc:docChgLst>
    <pc:chgData name="Zhao, Jie" userId="7be6526a-30ba-445c-b3a9-aabf2c8f5828" providerId="ADAL" clId="{112D1BF4-4BAA-41FE-AE9C-CFCD87EDE11F}"/>
    <pc:docChg chg="undo custSel addSld delSld modSld sldOrd">
      <pc:chgData name="Zhao, Jie" userId="7be6526a-30ba-445c-b3a9-aabf2c8f5828" providerId="ADAL" clId="{112D1BF4-4BAA-41FE-AE9C-CFCD87EDE11F}" dt="2023-08-23T00:30:40.841" v="342" actId="47"/>
      <pc:docMkLst>
        <pc:docMk/>
      </pc:docMkLst>
      <pc:sldChg chg="modSp mod">
        <pc:chgData name="Zhao, Jie" userId="7be6526a-30ba-445c-b3a9-aabf2c8f5828" providerId="ADAL" clId="{112D1BF4-4BAA-41FE-AE9C-CFCD87EDE11F}" dt="2023-08-22T23:56:55.842" v="207" actId="1076"/>
        <pc:sldMkLst>
          <pc:docMk/>
          <pc:sldMk cId="2199995263" sldId="256"/>
        </pc:sldMkLst>
        <pc:spChg chg="mod">
          <ac:chgData name="Zhao, Jie" userId="7be6526a-30ba-445c-b3a9-aabf2c8f5828" providerId="ADAL" clId="{112D1BF4-4BAA-41FE-AE9C-CFCD87EDE11F}" dt="2023-08-22T23:56:55.842" v="207" actId="1076"/>
          <ac:spMkLst>
            <pc:docMk/>
            <pc:sldMk cId="2199995263" sldId="256"/>
            <ac:spMk id="3" creationId="{2C5DF914-4B40-4A23-8AAC-9CFE7F215ACD}"/>
          </ac:spMkLst>
        </pc:spChg>
      </pc:sldChg>
      <pc:sldChg chg="modSp mod">
        <pc:chgData name="Zhao, Jie" userId="7be6526a-30ba-445c-b3a9-aabf2c8f5828" providerId="ADAL" clId="{112D1BF4-4BAA-41FE-AE9C-CFCD87EDE11F}" dt="2023-08-22T23:42:18.333" v="60" actId="122"/>
        <pc:sldMkLst>
          <pc:docMk/>
          <pc:sldMk cId="4038797967" sldId="257"/>
        </pc:sldMkLst>
        <pc:spChg chg="mod">
          <ac:chgData name="Zhao, Jie" userId="7be6526a-30ba-445c-b3a9-aabf2c8f5828" providerId="ADAL" clId="{112D1BF4-4BAA-41FE-AE9C-CFCD87EDE11F}" dt="2023-08-22T23:41:27.397" v="26" actId="14100"/>
          <ac:spMkLst>
            <pc:docMk/>
            <pc:sldMk cId="4038797967" sldId="257"/>
            <ac:spMk id="2" creationId="{C93848F5-1552-4316-ADB3-4EE4924B6477}"/>
          </ac:spMkLst>
        </pc:spChg>
        <pc:spChg chg="mod">
          <ac:chgData name="Zhao, Jie" userId="7be6526a-30ba-445c-b3a9-aabf2c8f5828" providerId="ADAL" clId="{112D1BF4-4BAA-41FE-AE9C-CFCD87EDE11F}" dt="2023-08-22T23:42:18.333" v="60" actId="122"/>
          <ac:spMkLst>
            <pc:docMk/>
            <pc:sldMk cId="4038797967" sldId="257"/>
            <ac:spMk id="3" creationId="{2C5DF914-4B40-4A23-8AAC-9CFE7F215ACD}"/>
          </ac:spMkLst>
        </pc:spChg>
      </pc:sldChg>
      <pc:sldChg chg="modSp add mod">
        <pc:chgData name="Zhao, Jie" userId="7be6526a-30ba-445c-b3a9-aabf2c8f5828" providerId="ADAL" clId="{112D1BF4-4BAA-41FE-AE9C-CFCD87EDE11F}" dt="2023-08-23T00:01:52.882" v="252" actId="114"/>
        <pc:sldMkLst>
          <pc:docMk/>
          <pc:sldMk cId="3156249041" sldId="258"/>
        </pc:sldMkLst>
        <pc:spChg chg="mod">
          <ac:chgData name="Zhao, Jie" userId="7be6526a-30ba-445c-b3a9-aabf2c8f5828" providerId="ADAL" clId="{112D1BF4-4BAA-41FE-AE9C-CFCD87EDE11F}" dt="2023-08-22T23:58:04.337" v="222" actId="1076"/>
          <ac:spMkLst>
            <pc:docMk/>
            <pc:sldMk cId="3156249041" sldId="258"/>
            <ac:spMk id="2" creationId="{C93848F5-1552-4316-ADB3-4EE4924B6477}"/>
          </ac:spMkLst>
        </pc:spChg>
        <pc:spChg chg="mod">
          <ac:chgData name="Zhao, Jie" userId="7be6526a-30ba-445c-b3a9-aabf2c8f5828" providerId="ADAL" clId="{112D1BF4-4BAA-41FE-AE9C-CFCD87EDE11F}" dt="2023-08-23T00:01:52.882" v="252" actId="114"/>
          <ac:spMkLst>
            <pc:docMk/>
            <pc:sldMk cId="3156249041" sldId="258"/>
            <ac:spMk id="3" creationId="{2C5DF914-4B40-4A23-8AAC-9CFE7F215ACD}"/>
          </ac:spMkLst>
        </pc:spChg>
      </pc:sldChg>
      <pc:sldChg chg="addSp delSp modSp add mod">
        <pc:chgData name="Zhao, Jie" userId="7be6526a-30ba-445c-b3a9-aabf2c8f5828" providerId="ADAL" clId="{112D1BF4-4BAA-41FE-AE9C-CFCD87EDE11F}" dt="2023-08-23T00:05:08.681" v="281" actId="113"/>
        <pc:sldMkLst>
          <pc:docMk/>
          <pc:sldMk cId="2542695608" sldId="259"/>
        </pc:sldMkLst>
        <pc:spChg chg="mod">
          <ac:chgData name="Zhao, Jie" userId="7be6526a-30ba-445c-b3a9-aabf2c8f5828" providerId="ADAL" clId="{112D1BF4-4BAA-41FE-AE9C-CFCD87EDE11F}" dt="2023-08-23T00:03:18.922" v="256" actId="1076"/>
          <ac:spMkLst>
            <pc:docMk/>
            <pc:sldMk cId="2542695608" sldId="259"/>
            <ac:spMk id="2" creationId="{C93848F5-1552-4316-ADB3-4EE4924B6477}"/>
          </ac:spMkLst>
        </pc:spChg>
        <pc:spChg chg="mod">
          <ac:chgData name="Zhao, Jie" userId="7be6526a-30ba-445c-b3a9-aabf2c8f5828" providerId="ADAL" clId="{112D1BF4-4BAA-41FE-AE9C-CFCD87EDE11F}" dt="2023-08-23T00:05:08.681" v="281" actId="113"/>
          <ac:spMkLst>
            <pc:docMk/>
            <pc:sldMk cId="2542695608" sldId="259"/>
            <ac:spMk id="3" creationId="{2C5DF914-4B40-4A23-8AAC-9CFE7F215ACD}"/>
          </ac:spMkLst>
        </pc:spChg>
        <pc:picChg chg="add del mod">
          <ac:chgData name="Zhao, Jie" userId="7be6526a-30ba-445c-b3a9-aabf2c8f5828" providerId="ADAL" clId="{112D1BF4-4BAA-41FE-AE9C-CFCD87EDE11F}" dt="2023-08-23T00:04:20.931" v="278" actId="478"/>
          <ac:picMkLst>
            <pc:docMk/>
            <pc:sldMk cId="2542695608" sldId="259"/>
            <ac:picMk id="5" creationId="{671B14CF-D0ED-442C-98D4-B6C90A61413C}"/>
          </ac:picMkLst>
        </pc:picChg>
        <pc:picChg chg="add mod">
          <ac:chgData name="Zhao, Jie" userId="7be6526a-30ba-445c-b3a9-aabf2c8f5828" providerId="ADAL" clId="{112D1BF4-4BAA-41FE-AE9C-CFCD87EDE11F}" dt="2023-08-23T00:04:27.227" v="280" actId="1076"/>
          <ac:picMkLst>
            <pc:docMk/>
            <pc:sldMk cId="2542695608" sldId="259"/>
            <ac:picMk id="7" creationId="{73678361-FC11-4051-8CAC-184138BB4C41}"/>
          </ac:picMkLst>
        </pc:picChg>
      </pc:sldChg>
      <pc:sldChg chg="addSp delSp modSp add mod">
        <pc:chgData name="Zhao, Jie" userId="7be6526a-30ba-445c-b3a9-aabf2c8f5828" providerId="ADAL" clId="{112D1BF4-4BAA-41FE-AE9C-CFCD87EDE11F}" dt="2023-08-23T00:05:24.071" v="284" actId="1076"/>
        <pc:sldMkLst>
          <pc:docMk/>
          <pc:sldMk cId="2611632535" sldId="260"/>
        </pc:sldMkLst>
        <pc:spChg chg="mod">
          <ac:chgData name="Zhao, Jie" userId="7be6526a-30ba-445c-b3a9-aabf2c8f5828" providerId="ADAL" clId="{112D1BF4-4BAA-41FE-AE9C-CFCD87EDE11F}" dt="2023-08-23T00:05:19.989" v="282" actId="1076"/>
          <ac:spMkLst>
            <pc:docMk/>
            <pc:sldMk cId="2611632535" sldId="260"/>
            <ac:spMk id="2" creationId="{C93848F5-1552-4316-ADB3-4EE4924B6477}"/>
          </ac:spMkLst>
        </pc:spChg>
        <pc:spChg chg="del">
          <ac:chgData name="Zhao, Jie" userId="7be6526a-30ba-445c-b3a9-aabf2c8f5828" providerId="ADAL" clId="{112D1BF4-4BAA-41FE-AE9C-CFCD87EDE11F}" dt="2023-08-22T23:46:18.044" v="104" actId="478"/>
          <ac:spMkLst>
            <pc:docMk/>
            <pc:sldMk cId="2611632535" sldId="260"/>
            <ac:spMk id="3" creationId="{2C5DF914-4B40-4A23-8AAC-9CFE7F215ACD}"/>
          </ac:spMkLst>
        </pc:spChg>
        <pc:picChg chg="add mod">
          <ac:chgData name="Zhao, Jie" userId="7be6526a-30ba-445c-b3a9-aabf2c8f5828" providerId="ADAL" clId="{112D1BF4-4BAA-41FE-AE9C-CFCD87EDE11F}" dt="2023-08-23T00:05:24.071" v="284" actId="1076"/>
          <ac:picMkLst>
            <pc:docMk/>
            <pc:sldMk cId="2611632535" sldId="260"/>
            <ac:picMk id="5" creationId="{71E3F167-0B46-455E-B292-59B5BE6DEE6D}"/>
          </ac:picMkLst>
        </pc:picChg>
      </pc:sldChg>
      <pc:sldChg chg="addSp delSp modSp add mod">
        <pc:chgData name="Zhao, Jie" userId="7be6526a-30ba-445c-b3a9-aabf2c8f5828" providerId="ADAL" clId="{112D1BF4-4BAA-41FE-AE9C-CFCD87EDE11F}" dt="2023-08-23T00:06:00.126" v="286" actId="1076"/>
        <pc:sldMkLst>
          <pc:docMk/>
          <pc:sldMk cId="2971324342" sldId="261"/>
        </pc:sldMkLst>
        <pc:spChg chg="mod">
          <ac:chgData name="Zhao, Jie" userId="7be6526a-30ba-445c-b3a9-aabf2c8f5828" providerId="ADAL" clId="{112D1BF4-4BAA-41FE-AE9C-CFCD87EDE11F}" dt="2023-08-23T00:05:52.917" v="285" actId="1076"/>
          <ac:spMkLst>
            <pc:docMk/>
            <pc:sldMk cId="2971324342" sldId="261"/>
            <ac:spMk id="2" creationId="{C93848F5-1552-4316-ADB3-4EE4924B6477}"/>
          </ac:spMkLst>
        </pc:spChg>
        <pc:spChg chg="del">
          <ac:chgData name="Zhao, Jie" userId="7be6526a-30ba-445c-b3a9-aabf2c8f5828" providerId="ADAL" clId="{112D1BF4-4BAA-41FE-AE9C-CFCD87EDE11F}" dt="2023-08-22T23:47:12.604" v="111" actId="478"/>
          <ac:spMkLst>
            <pc:docMk/>
            <pc:sldMk cId="2971324342" sldId="261"/>
            <ac:spMk id="3" creationId="{2C5DF914-4B40-4A23-8AAC-9CFE7F215ACD}"/>
          </ac:spMkLst>
        </pc:spChg>
        <pc:picChg chg="add del">
          <ac:chgData name="Zhao, Jie" userId="7be6526a-30ba-445c-b3a9-aabf2c8f5828" providerId="ADAL" clId="{112D1BF4-4BAA-41FE-AE9C-CFCD87EDE11F}" dt="2023-08-22T23:47:10.760" v="110" actId="22"/>
          <ac:picMkLst>
            <pc:docMk/>
            <pc:sldMk cId="2971324342" sldId="261"/>
            <ac:picMk id="5" creationId="{B0AE60D4-BC3D-40ED-928C-0F5D6A0D3948}"/>
          </ac:picMkLst>
        </pc:picChg>
        <pc:picChg chg="add mod">
          <ac:chgData name="Zhao, Jie" userId="7be6526a-30ba-445c-b3a9-aabf2c8f5828" providerId="ADAL" clId="{112D1BF4-4BAA-41FE-AE9C-CFCD87EDE11F}" dt="2023-08-23T00:06:00.126" v="286" actId="1076"/>
          <ac:picMkLst>
            <pc:docMk/>
            <pc:sldMk cId="2971324342" sldId="261"/>
            <ac:picMk id="7" creationId="{DD0F448F-BBC5-4530-8CDB-69FE07354E03}"/>
          </ac:picMkLst>
        </pc:picChg>
      </pc:sldChg>
      <pc:sldChg chg="addSp delSp modSp add mod">
        <pc:chgData name="Zhao, Jie" userId="7be6526a-30ba-445c-b3a9-aabf2c8f5828" providerId="ADAL" clId="{112D1BF4-4BAA-41FE-AE9C-CFCD87EDE11F}" dt="2023-08-22T23:47:53.178" v="120" actId="1076"/>
        <pc:sldMkLst>
          <pc:docMk/>
          <pc:sldMk cId="3086728423" sldId="262"/>
        </pc:sldMkLst>
        <pc:spChg chg="mod">
          <ac:chgData name="Zhao, Jie" userId="7be6526a-30ba-445c-b3a9-aabf2c8f5828" providerId="ADAL" clId="{112D1BF4-4BAA-41FE-AE9C-CFCD87EDE11F}" dt="2023-08-22T23:47:51.664" v="119" actId="1076"/>
          <ac:spMkLst>
            <pc:docMk/>
            <pc:sldMk cId="3086728423" sldId="262"/>
            <ac:spMk id="2" creationId="{C93848F5-1552-4316-ADB3-4EE4924B6477}"/>
          </ac:spMkLst>
        </pc:spChg>
        <pc:spChg chg="del">
          <ac:chgData name="Zhao, Jie" userId="7be6526a-30ba-445c-b3a9-aabf2c8f5828" providerId="ADAL" clId="{112D1BF4-4BAA-41FE-AE9C-CFCD87EDE11F}" dt="2023-08-22T23:47:31.566" v="116" actId="478"/>
          <ac:spMkLst>
            <pc:docMk/>
            <pc:sldMk cId="3086728423" sldId="262"/>
            <ac:spMk id="3" creationId="{2C5DF914-4B40-4A23-8AAC-9CFE7F215ACD}"/>
          </ac:spMkLst>
        </pc:spChg>
        <pc:picChg chg="add mod">
          <ac:chgData name="Zhao, Jie" userId="7be6526a-30ba-445c-b3a9-aabf2c8f5828" providerId="ADAL" clId="{112D1BF4-4BAA-41FE-AE9C-CFCD87EDE11F}" dt="2023-08-22T23:47:53.178" v="120" actId="1076"/>
          <ac:picMkLst>
            <pc:docMk/>
            <pc:sldMk cId="3086728423" sldId="262"/>
            <ac:picMk id="5" creationId="{6E0A6E8E-A56B-4300-A19E-9FD28381F5B1}"/>
          </ac:picMkLst>
        </pc:picChg>
      </pc:sldChg>
      <pc:sldChg chg="addSp delSp modSp add mod">
        <pc:chgData name="Zhao, Jie" userId="7be6526a-30ba-445c-b3a9-aabf2c8f5828" providerId="ADAL" clId="{112D1BF4-4BAA-41FE-AE9C-CFCD87EDE11F}" dt="2023-08-23T00:16:13.132" v="290" actId="1076"/>
        <pc:sldMkLst>
          <pc:docMk/>
          <pc:sldMk cId="6743112" sldId="263"/>
        </pc:sldMkLst>
        <pc:spChg chg="mod">
          <ac:chgData name="Zhao, Jie" userId="7be6526a-30ba-445c-b3a9-aabf2c8f5828" providerId="ADAL" clId="{112D1BF4-4BAA-41FE-AE9C-CFCD87EDE11F}" dt="2023-08-23T00:16:09.001" v="287" actId="1076"/>
          <ac:spMkLst>
            <pc:docMk/>
            <pc:sldMk cId="6743112" sldId="263"/>
            <ac:spMk id="2" creationId="{C93848F5-1552-4316-ADB3-4EE4924B6477}"/>
          </ac:spMkLst>
        </pc:spChg>
        <pc:spChg chg="del">
          <ac:chgData name="Zhao, Jie" userId="7be6526a-30ba-445c-b3a9-aabf2c8f5828" providerId="ADAL" clId="{112D1BF4-4BAA-41FE-AE9C-CFCD87EDE11F}" dt="2023-08-22T23:48:27.790" v="124" actId="478"/>
          <ac:spMkLst>
            <pc:docMk/>
            <pc:sldMk cId="6743112" sldId="263"/>
            <ac:spMk id="3" creationId="{2C5DF914-4B40-4A23-8AAC-9CFE7F215ACD}"/>
          </ac:spMkLst>
        </pc:spChg>
        <pc:picChg chg="add mod">
          <ac:chgData name="Zhao, Jie" userId="7be6526a-30ba-445c-b3a9-aabf2c8f5828" providerId="ADAL" clId="{112D1BF4-4BAA-41FE-AE9C-CFCD87EDE11F}" dt="2023-08-23T00:16:13.132" v="290" actId="1076"/>
          <ac:picMkLst>
            <pc:docMk/>
            <pc:sldMk cId="6743112" sldId="263"/>
            <ac:picMk id="5" creationId="{70BAF692-55EE-4BAD-BE13-4B3BB799F0EC}"/>
          </ac:picMkLst>
        </pc:picChg>
      </pc:sldChg>
      <pc:sldChg chg="addSp delSp modSp add mod">
        <pc:chgData name="Zhao, Jie" userId="7be6526a-30ba-445c-b3a9-aabf2c8f5828" providerId="ADAL" clId="{112D1BF4-4BAA-41FE-AE9C-CFCD87EDE11F}" dt="2023-08-23T00:16:23.669" v="292" actId="1076"/>
        <pc:sldMkLst>
          <pc:docMk/>
          <pc:sldMk cId="1037891018" sldId="264"/>
        </pc:sldMkLst>
        <pc:spChg chg="mod">
          <ac:chgData name="Zhao, Jie" userId="7be6526a-30ba-445c-b3a9-aabf2c8f5828" providerId="ADAL" clId="{112D1BF4-4BAA-41FE-AE9C-CFCD87EDE11F}" dt="2023-08-23T00:16:21.495" v="291" actId="1076"/>
          <ac:spMkLst>
            <pc:docMk/>
            <pc:sldMk cId="1037891018" sldId="264"/>
            <ac:spMk id="2" creationId="{C93848F5-1552-4316-ADB3-4EE4924B6477}"/>
          </ac:spMkLst>
        </pc:spChg>
        <pc:spChg chg="del">
          <ac:chgData name="Zhao, Jie" userId="7be6526a-30ba-445c-b3a9-aabf2c8f5828" providerId="ADAL" clId="{112D1BF4-4BAA-41FE-AE9C-CFCD87EDE11F}" dt="2023-08-22T23:49:06.086" v="131" actId="478"/>
          <ac:spMkLst>
            <pc:docMk/>
            <pc:sldMk cId="1037891018" sldId="264"/>
            <ac:spMk id="3" creationId="{2C5DF914-4B40-4A23-8AAC-9CFE7F215ACD}"/>
          </ac:spMkLst>
        </pc:spChg>
        <pc:picChg chg="add mod">
          <ac:chgData name="Zhao, Jie" userId="7be6526a-30ba-445c-b3a9-aabf2c8f5828" providerId="ADAL" clId="{112D1BF4-4BAA-41FE-AE9C-CFCD87EDE11F}" dt="2023-08-23T00:16:23.669" v="292" actId="1076"/>
          <ac:picMkLst>
            <pc:docMk/>
            <pc:sldMk cId="1037891018" sldId="264"/>
            <ac:picMk id="5" creationId="{09BDF063-7A20-44F1-B796-DA191B58CA85}"/>
          </ac:picMkLst>
        </pc:picChg>
      </pc:sldChg>
      <pc:sldChg chg="addSp delSp modSp add mod">
        <pc:chgData name="Zhao, Jie" userId="7be6526a-30ba-445c-b3a9-aabf2c8f5828" providerId="ADAL" clId="{112D1BF4-4BAA-41FE-AE9C-CFCD87EDE11F}" dt="2023-08-23T00:17:53.995" v="294" actId="1076"/>
        <pc:sldMkLst>
          <pc:docMk/>
          <pc:sldMk cId="3727919707" sldId="265"/>
        </pc:sldMkLst>
        <pc:spChg chg="mod">
          <ac:chgData name="Zhao, Jie" userId="7be6526a-30ba-445c-b3a9-aabf2c8f5828" providerId="ADAL" clId="{112D1BF4-4BAA-41FE-AE9C-CFCD87EDE11F}" dt="2023-08-23T00:17:47.401" v="293" actId="1076"/>
          <ac:spMkLst>
            <pc:docMk/>
            <pc:sldMk cId="3727919707" sldId="265"/>
            <ac:spMk id="2" creationId="{C93848F5-1552-4316-ADB3-4EE4924B6477}"/>
          </ac:spMkLst>
        </pc:spChg>
        <pc:spChg chg="del">
          <ac:chgData name="Zhao, Jie" userId="7be6526a-30ba-445c-b3a9-aabf2c8f5828" providerId="ADAL" clId="{112D1BF4-4BAA-41FE-AE9C-CFCD87EDE11F}" dt="2023-08-22T23:49:50.255" v="136" actId="478"/>
          <ac:spMkLst>
            <pc:docMk/>
            <pc:sldMk cId="3727919707" sldId="265"/>
            <ac:spMk id="3" creationId="{2C5DF914-4B40-4A23-8AAC-9CFE7F215ACD}"/>
          </ac:spMkLst>
        </pc:spChg>
        <pc:picChg chg="add mod">
          <ac:chgData name="Zhao, Jie" userId="7be6526a-30ba-445c-b3a9-aabf2c8f5828" providerId="ADAL" clId="{112D1BF4-4BAA-41FE-AE9C-CFCD87EDE11F}" dt="2023-08-23T00:17:53.995" v="294" actId="1076"/>
          <ac:picMkLst>
            <pc:docMk/>
            <pc:sldMk cId="3727919707" sldId="265"/>
            <ac:picMk id="5" creationId="{2E35E67E-C754-464A-BC5C-DA578551925A}"/>
          </ac:picMkLst>
        </pc:picChg>
      </pc:sldChg>
      <pc:sldChg chg="addSp delSp modSp add mod">
        <pc:chgData name="Zhao, Jie" userId="7be6526a-30ba-445c-b3a9-aabf2c8f5828" providerId="ADAL" clId="{112D1BF4-4BAA-41FE-AE9C-CFCD87EDE11F}" dt="2023-08-23T00:18:15.417" v="300" actId="1076"/>
        <pc:sldMkLst>
          <pc:docMk/>
          <pc:sldMk cId="1192227364" sldId="266"/>
        </pc:sldMkLst>
        <pc:spChg chg="mod">
          <ac:chgData name="Zhao, Jie" userId="7be6526a-30ba-445c-b3a9-aabf2c8f5828" providerId="ADAL" clId="{112D1BF4-4BAA-41FE-AE9C-CFCD87EDE11F}" dt="2023-08-23T00:18:10.218" v="298" actId="1076"/>
          <ac:spMkLst>
            <pc:docMk/>
            <pc:sldMk cId="1192227364" sldId="266"/>
            <ac:spMk id="2" creationId="{C93848F5-1552-4316-ADB3-4EE4924B6477}"/>
          </ac:spMkLst>
        </pc:spChg>
        <pc:spChg chg="del">
          <ac:chgData name="Zhao, Jie" userId="7be6526a-30ba-445c-b3a9-aabf2c8f5828" providerId="ADAL" clId="{112D1BF4-4BAA-41FE-AE9C-CFCD87EDE11F}" dt="2023-08-22T23:50:23.620" v="142" actId="478"/>
          <ac:spMkLst>
            <pc:docMk/>
            <pc:sldMk cId="1192227364" sldId="266"/>
            <ac:spMk id="3" creationId="{2C5DF914-4B40-4A23-8AAC-9CFE7F215ACD}"/>
          </ac:spMkLst>
        </pc:spChg>
        <pc:picChg chg="add mod">
          <ac:chgData name="Zhao, Jie" userId="7be6526a-30ba-445c-b3a9-aabf2c8f5828" providerId="ADAL" clId="{112D1BF4-4BAA-41FE-AE9C-CFCD87EDE11F}" dt="2023-08-23T00:18:07.449" v="297" actId="1076"/>
          <ac:picMkLst>
            <pc:docMk/>
            <pc:sldMk cId="1192227364" sldId="266"/>
            <ac:picMk id="5" creationId="{079C190B-474F-4426-A1DB-D6F9619EF22D}"/>
          </ac:picMkLst>
        </pc:picChg>
        <pc:picChg chg="add mod">
          <ac:chgData name="Zhao, Jie" userId="7be6526a-30ba-445c-b3a9-aabf2c8f5828" providerId="ADAL" clId="{112D1BF4-4BAA-41FE-AE9C-CFCD87EDE11F}" dt="2023-08-23T00:18:15.417" v="300" actId="1076"/>
          <ac:picMkLst>
            <pc:docMk/>
            <pc:sldMk cId="1192227364" sldId="266"/>
            <ac:picMk id="7" creationId="{429801C4-42A6-4D48-81D8-86E87F7B93A8}"/>
          </ac:picMkLst>
        </pc:picChg>
      </pc:sldChg>
      <pc:sldChg chg="addSp delSp modSp add mod">
        <pc:chgData name="Zhao, Jie" userId="7be6526a-30ba-445c-b3a9-aabf2c8f5828" providerId="ADAL" clId="{112D1BF4-4BAA-41FE-AE9C-CFCD87EDE11F}" dt="2023-08-23T00:19:23.942" v="302" actId="1076"/>
        <pc:sldMkLst>
          <pc:docMk/>
          <pc:sldMk cId="1710609153" sldId="267"/>
        </pc:sldMkLst>
        <pc:spChg chg="del mod">
          <ac:chgData name="Zhao, Jie" userId="7be6526a-30ba-445c-b3a9-aabf2c8f5828" providerId="ADAL" clId="{112D1BF4-4BAA-41FE-AE9C-CFCD87EDE11F}" dt="2023-08-22T23:51:33.580" v="150" actId="478"/>
          <ac:spMkLst>
            <pc:docMk/>
            <pc:sldMk cId="1710609153" sldId="267"/>
            <ac:spMk id="2" creationId="{C93848F5-1552-4316-ADB3-4EE4924B6477}"/>
          </ac:spMkLst>
        </pc:spChg>
        <pc:spChg chg="del">
          <ac:chgData name="Zhao, Jie" userId="7be6526a-30ba-445c-b3a9-aabf2c8f5828" providerId="ADAL" clId="{112D1BF4-4BAA-41FE-AE9C-CFCD87EDE11F}" dt="2023-08-22T23:51:38.601" v="152" actId="478"/>
          <ac:spMkLst>
            <pc:docMk/>
            <pc:sldMk cId="1710609153" sldId="267"/>
            <ac:spMk id="3" creationId="{2C5DF914-4B40-4A23-8AAC-9CFE7F215ACD}"/>
          </ac:spMkLst>
        </pc:spChg>
        <pc:spChg chg="add del mod">
          <ac:chgData name="Zhao, Jie" userId="7be6526a-30ba-445c-b3a9-aabf2c8f5828" providerId="ADAL" clId="{112D1BF4-4BAA-41FE-AE9C-CFCD87EDE11F}" dt="2023-08-22T23:51:35.789" v="151" actId="478"/>
          <ac:spMkLst>
            <pc:docMk/>
            <pc:sldMk cId="1710609153" sldId="267"/>
            <ac:spMk id="5" creationId="{1FE9D490-6B0C-4322-B2E5-9518372FB479}"/>
          </ac:spMkLst>
        </pc:spChg>
        <pc:picChg chg="add mod">
          <ac:chgData name="Zhao, Jie" userId="7be6526a-30ba-445c-b3a9-aabf2c8f5828" providerId="ADAL" clId="{112D1BF4-4BAA-41FE-AE9C-CFCD87EDE11F}" dt="2023-08-23T00:19:23.942" v="302" actId="1076"/>
          <ac:picMkLst>
            <pc:docMk/>
            <pc:sldMk cId="1710609153" sldId="267"/>
            <ac:picMk id="7" creationId="{63D50951-0488-49A2-A92D-1CC9C362464E}"/>
          </ac:picMkLst>
        </pc:picChg>
      </pc:sldChg>
      <pc:sldChg chg="addSp delSp modSp add mod">
        <pc:chgData name="Zhao, Jie" userId="7be6526a-30ba-445c-b3a9-aabf2c8f5828" providerId="ADAL" clId="{112D1BF4-4BAA-41FE-AE9C-CFCD87EDE11F}" dt="2023-08-23T00:20:15.643" v="303" actId="1076"/>
        <pc:sldMkLst>
          <pc:docMk/>
          <pc:sldMk cId="2202845043" sldId="268"/>
        </pc:sldMkLst>
        <pc:spChg chg="del">
          <ac:chgData name="Zhao, Jie" userId="7be6526a-30ba-445c-b3a9-aabf2c8f5828" providerId="ADAL" clId="{112D1BF4-4BAA-41FE-AE9C-CFCD87EDE11F}" dt="2023-08-22T23:52:09.016" v="156" actId="478"/>
          <ac:spMkLst>
            <pc:docMk/>
            <pc:sldMk cId="2202845043" sldId="268"/>
            <ac:spMk id="2" creationId="{C93848F5-1552-4316-ADB3-4EE4924B6477}"/>
          </ac:spMkLst>
        </pc:spChg>
        <pc:spChg chg="del">
          <ac:chgData name="Zhao, Jie" userId="7be6526a-30ba-445c-b3a9-aabf2c8f5828" providerId="ADAL" clId="{112D1BF4-4BAA-41FE-AE9C-CFCD87EDE11F}" dt="2023-08-22T23:52:09.016" v="156" actId="478"/>
          <ac:spMkLst>
            <pc:docMk/>
            <pc:sldMk cId="2202845043" sldId="268"/>
            <ac:spMk id="3" creationId="{2C5DF914-4B40-4A23-8AAC-9CFE7F215ACD}"/>
          </ac:spMkLst>
        </pc:spChg>
        <pc:picChg chg="add del">
          <ac:chgData name="Zhao, Jie" userId="7be6526a-30ba-445c-b3a9-aabf2c8f5828" providerId="ADAL" clId="{112D1BF4-4BAA-41FE-AE9C-CFCD87EDE11F}" dt="2023-08-22T23:52:06.118" v="155" actId="22"/>
          <ac:picMkLst>
            <pc:docMk/>
            <pc:sldMk cId="2202845043" sldId="268"/>
            <ac:picMk id="5" creationId="{AD622289-0D5C-49B3-8C38-799C32FE9482}"/>
          </ac:picMkLst>
        </pc:picChg>
        <pc:picChg chg="add mod">
          <ac:chgData name="Zhao, Jie" userId="7be6526a-30ba-445c-b3a9-aabf2c8f5828" providerId="ADAL" clId="{112D1BF4-4BAA-41FE-AE9C-CFCD87EDE11F}" dt="2023-08-23T00:20:15.643" v="303" actId="1076"/>
          <ac:picMkLst>
            <pc:docMk/>
            <pc:sldMk cId="2202845043" sldId="268"/>
            <ac:picMk id="7" creationId="{7E566D1A-1059-4524-A00E-5855911C2F2C}"/>
          </ac:picMkLst>
        </pc:picChg>
      </pc:sldChg>
      <pc:sldChg chg="addSp delSp modSp add mod">
        <pc:chgData name="Zhao, Jie" userId="7be6526a-30ba-445c-b3a9-aabf2c8f5828" providerId="ADAL" clId="{112D1BF4-4BAA-41FE-AE9C-CFCD87EDE11F}" dt="2023-08-23T00:21:45.289" v="308" actId="1076"/>
        <pc:sldMkLst>
          <pc:docMk/>
          <pc:sldMk cId="3365004106" sldId="269"/>
        </pc:sldMkLst>
        <pc:spChg chg="mod">
          <ac:chgData name="Zhao, Jie" userId="7be6526a-30ba-445c-b3a9-aabf2c8f5828" providerId="ADAL" clId="{112D1BF4-4BAA-41FE-AE9C-CFCD87EDE11F}" dt="2023-08-23T00:21:43.348" v="307" actId="1076"/>
          <ac:spMkLst>
            <pc:docMk/>
            <pc:sldMk cId="3365004106" sldId="269"/>
            <ac:spMk id="2" creationId="{C93848F5-1552-4316-ADB3-4EE4924B6477}"/>
          </ac:spMkLst>
        </pc:spChg>
        <pc:spChg chg="del">
          <ac:chgData name="Zhao, Jie" userId="7be6526a-30ba-445c-b3a9-aabf2c8f5828" providerId="ADAL" clId="{112D1BF4-4BAA-41FE-AE9C-CFCD87EDE11F}" dt="2023-08-22T23:52:38.409" v="160" actId="478"/>
          <ac:spMkLst>
            <pc:docMk/>
            <pc:sldMk cId="3365004106" sldId="269"/>
            <ac:spMk id="3" creationId="{2C5DF914-4B40-4A23-8AAC-9CFE7F215ACD}"/>
          </ac:spMkLst>
        </pc:spChg>
        <pc:picChg chg="add mod">
          <ac:chgData name="Zhao, Jie" userId="7be6526a-30ba-445c-b3a9-aabf2c8f5828" providerId="ADAL" clId="{112D1BF4-4BAA-41FE-AE9C-CFCD87EDE11F}" dt="2023-08-23T00:21:45.289" v="308" actId="1076"/>
          <ac:picMkLst>
            <pc:docMk/>
            <pc:sldMk cId="3365004106" sldId="269"/>
            <ac:picMk id="5" creationId="{074D8EAE-D10F-433D-9F30-3CC4004165F0}"/>
          </ac:picMkLst>
        </pc:picChg>
      </pc:sldChg>
      <pc:sldChg chg="addSp delSp modSp add mod">
        <pc:chgData name="Zhao, Jie" userId="7be6526a-30ba-445c-b3a9-aabf2c8f5828" providerId="ADAL" clId="{112D1BF4-4BAA-41FE-AE9C-CFCD87EDE11F}" dt="2023-08-23T00:22:34.714" v="310" actId="1076"/>
        <pc:sldMkLst>
          <pc:docMk/>
          <pc:sldMk cId="1893564140" sldId="270"/>
        </pc:sldMkLst>
        <pc:spChg chg="del">
          <ac:chgData name="Zhao, Jie" userId="7be6526a-30ba-445c-b3a9-aabf2c8f5828" providerId="ADAL" clId="{112D1BF4-4BAA-41FE-AE9C-CFCD87EDE11F}" dt="2023-08-22T23:53:02.655" v="166" actId="478"/>
          <ac:spMkLst>
            <pc:docMk/>
            <pc:sldMk cId="1893564140" sldId="270"/>
            <ac:spMk id="2" creationId="{C93848F5-1552-4316-ADB3-4EE4924B6477}"/>
          </ac:spMkLst>
        </pc:spChg>
        <pc:spChg chg="del">
          <ac:chgData name="Zhao, Jie" userId="7be6526a-30ba-445c-b3a9-aabf2c8f5828" providerId="ADAL" clId="{112D1BF4-4BAA-41FE-AE9C-CFCD87EDE11F}" dt="2023-08-22T23:53:02.655" v="166" actId="478"/>
          <ac:spMkLst>
            <pc:docMk/>
            <pc:sldMk cId="1893564140" sldId="270"/>
            <ac:spMk id="3" creationId="{2C5DF914-4B40-4A23-8AAC-9CFE7F215ACD}"/>
          </ac:spMkLst>
        </pc:spChg>
        <pc:picChg chg="add mod">
          <ac:chgData name="Zhao, Jie" userId="7be6526a-30ba-445c-b3a9-aabf2c8f5828" providerId="ADAL" clId="{112D1BF4-4BAA-41FE-AE9C-CFCD87EDE11F}" dt="2023-08-23T00:22:34.714" v="310" actId="1076"/>
          <ac:picMkLst>
            <pc:docMk/>
            <pc:sldMk cId="1893564140" sldId="270"/>
            <ac:picMk id="5" creationId="{BC1D6BCC-6632-4657-9B0E-3AE407E46767}"/>
          </ac:picMkLst>
        </pc:picChg>
      </pc:sldChg>
      <pc:sldChg chg="addSp delSp modSp add del mod">
        <pc:chgData name="Zhao, Jie" userId="7be6526a-30ba-445c-b3a9-aabf2c8f5828" providerId="ADAL" clId="{112D1BF4-4BAA-41FE-AE9C-CFCD87EDE11F}" dt="2023-08-23T00:25:07.415" v="316" actId="2696"/>
        <pc:sldMkLst>
          <pc:docMk/>
          <pc:sldMk cId="3916143228" sldId="271"/>
        </pc:sldMkLst>
        <pc:spChg chg="mod">
          <ac:chgData name="Zhao, Jie" userId="7be6526a-30ba-445c-b3a9-aabf2c8f5828" providerId="ADAL" clId="{112D1BF4-4BAA-41FE-AE9C-CFCD87EDE11F}" dt="2023-08-23T00:23:54.795" v="315" actId="1076"/>
          <ac:spMkLst>
            <pc:docMk/>
            <pc:sldMk cId="3916143228" sldId="271"/>
            <ac:spMk id="2" creationId="{C93848F5-1552-4316-ADB3-4EE4924B6477}"/>
          </ac:spMkLst>
        </pc:spChg>
        <pc:spChg chg="del">
          <ac:chgData name="Zhao, Jie" userId="7be6526a-30ba-445c-b3a9-aabf2c8f5828" providerId="ADAL" clId="{112D1BF4-4BAA-41FE-AE9C-CFCD87EDE11F}" dt="2023-08-22T23:53:30.399" v="170" actId="478"/>
          <ac:spMkLst>
            <pc:docMk/>
            <pc:sldMk cId="3916143228" sldId="271"/>
            <ac:spMk id="3" creationId="{2C5DF914-4B40-4A23-8AAC-9CFE7F215ACD}"/>
          </ac:spMkLst>
        </pc:spChg>
        <pc:picChg chg="add mod">
          <ac:chgData name="Zhao, Jie" userId="7be6526a-30ba-445c-b3a9-aabf2c8f5828" providerId="ADAL" clId="{112D1BF4-4BAA-41FE-AE9C-CFCD87EDE11F}" dt="2023-08-23T00:23:50.688" v="314" actId="1076"/>
          <ac:picMkLst>
            <pc:docMk/>
            <pc:sldMk cId="3916143228" sldId="271"/>
            <ac:picMk id="5" creationId="{38333AD7-6EF2-4691-ADDA-36B4826AE171}"/>
          </ac:picMkLst>
        </pc:picChg>
      </pc:sldChg>
      <pc:sldChg chg="addSp delSp modSp add mod">
        <pc:chgData name="Zhao, Jie" userId="7be6526a-30ba-445c-b3a9-aabf2c8f5828" providerId="ADAL" clId="{112D1BF4-4BAA-41FE-AE9C-CFCD87EDE11F}" dt="2023-08-23T00:25:17.932" v="318" actId="1076"/>
        <pc:sldMkLst>
          <pc:docMk/>
          <pc:sldMk cId="1056748361" sldId="272"/>
        </pc:sldMkLst>
        <pc:spChg chg="mod">
          <ac:chgData name="Zhao, Jie" userId="7be6526a-30ba-445c-b3a9-aabf2c8f5828" providerId="ADAL" clId="{112D1BF4-4BAA-41FE-AE9C-CFCD87EDE11F}" dt="2023-08-23T00:25:13.887" v="317" actId="1076"/>
          <ac:spMkLst>
            <pc:docMk/>
            <pc:sldMk cId="1056748361" sldId="272"/>
            <ac:spMk id="2" creationId="{C93848F5-1552-4316-ADB3-4EE4924B6477}"/>
          </ac:spMkLst>
        </pc:spChg>
        <pc:spChg chg="del">
          <ac:chgData name="Zhao, Jie" userId="7be6526a-30ba-445c-b3a9-aabf2c8f5828" providerId="ADAL" clId="{112D1BF4-4BAA-41FE-AE9C-CFCD87EDE11F}" dt="2023-08-22T23:54:07.040" v="177" actId="478"/>
          <ac:spMkLst>
            <pc:docMk/>
            <pc:sldMk cId="1056748361" sldId="272"/>
            <ac:spMk id="3" creationId="{2C5DF914-4B40-4A23-8AAC-9CFE7F215ACD}"/>
          </ac:spMkLst>
        </pc:spChg>
        <pc:picChg chg="add mod">
          <ac:chgData name="Zhao, Jie" userId="7be6526a-30ba-445c-b3a9-aabf2c8f5828" providerId="ADAL" clId="{112D1BF4-4BAA-41FE-AE9C-CFCD87EDE11F}" dt="2023-08-23T00:25:17.932" v="318" actId="1076"/>
          <ac:picMkLst>
            <pc:docMk/>
            <pc:sldMk cId="1056748361" sldId="272"/>
            <ac:picMk id="5" creationId="{350484EF-68CC-454E-AD73-E1F3F8EDA66C}"/>
          </ac:picMkLst>
        </pc:picChg>
      </pc:sldChg>
      <pc:sldChg chg="addSp delSp modSp add mod">
        <pc:chgData name="Zhao, Jie" userId="7be6526a-30ba-445c-b3a9-aabf2c8f5828" providerId="ADAL" clId="{112D1BF4-4BAA-41FE-AE9C-CFCD87EDE11F}" dt="2023-08-23T00:26:10.503" v="323" actId="1076"/>
        <pc:sldMkLst>
          <pc:docMk/>
          <pc:sldMk cId="1229067527" sldId="273"/>
        </pc:sldMkLst>
        <pc:spChg chg="mod">
          <ac:chgData name="Zhao, Jie" userId="7be6526a-30ba-445c-b3a9-aabf2c8f5828" providerId="ADAL" clId="{112D1BF4-4BAA-41FE-AE9C-CFCD87EDE11F}" dt="2023-08-23T00:26:07.019" v="322" actId="1076"/>
          <ac:spMkLst>
            <pc:docMk/>
            <pc:sldMk cId="1229067527" sldId="273"/>
            <ac:spMk id="2" creationId="{C93848F5-1552-4316-ADB3-4EE4924B6477}"/>
          </ac:spMkLst>
        </pc:spChg>
        <pc:spChg chg="del">
          <ac:chgData name="Zhao, Jie" userId="7be6526a-30ba-445c-b3a9-aabf2c8f5828" providerId="ADAL" clId="{112D1BF4-4BAA-41FE-AE9C-CFCD87EDE11F}" dt="2023-08-22T23:54:32.627" v="183" actId="478"/>
          <ac:spMkLst>
            <pc:docMk/>
            <pc:sldMk cId="1229067527" sldId="273"/>
            <ac:spMk id="3" creationId="{2C5DF914-4B40-4A23-8AAC-9CFE7F215ACD}"/>
          </ac:spMkLst>
        </pc:spChg>
        <pc:picChg chg="add mod">
          <ac:chgData name="Zhao, Jie" userId="7be6526a-30ba-445c-b3a9-aabf2c8f5828" providerId="ADAL" clId="{112D1BF4-4BAA-41FE-AE9C-CFCD87EDE11F}" dt="2023-08-23T00:26:10.503" v="323" actId="1076"/>
          <ac:picMkLst>
            <pc:docMk/>
            <pc:sldMk cId="1229067527" sldId="273"/>
            <ac:picMk id="5" creationId="{37D74D14-282F-418C-8061-1FBCC34CBE9F}"/>
          </ac:picMkLst>
        </pc:picChg>
      </pc:sldChg>
      <pc:sldChg chg="addSp delSp modSp add mod">
        <pc:chgData name="Zhao, Jie" userId="7be6526a-30ba-445c-b3a9-aabf2c8f5828" providerId="ADAL" clId="{112D1BF4-4BAA-41FE-AE9C-CFCD87EDE11F}" dt="2023-08-23T00:27:50.778" v="329" actId="1076"/>
        <pc:sldMkLst>
          <pc:docMk/>
          <pc:sldMk cId="762172599" sldId="274"/>
        </pc:sldMkLst>
        <pc:spChg chg="mod">
          <ac:chgData name="Zhao, Jie" userId="7be6526a-30ba-445c-b3a9-aabf2c8f5828" providerId="ADAL" clId="{112D1BF4-4BAA-41FE-AE9C-CFCD87EDE11F}" dt="2023-08-23T00:27:50.778" v="329" actId="1076"/>
          <ac:spMkLst>
            <pc:docMk/>
            <pc:sldMk cId="762172599" sldId="274"/>
            <ac:spMk id="2" creationId="{C93848F5-1552-4316-ADB3-4EE4924B6477}"/>
          </ac:spMkLst>
        </pc:spChg>
        <pc:spChg chg="del">
          <ac:chgData name="Zhao, Jie" userId="7be6526a-30ba-445c-b3a9-aabf2c8f5828" providerId="ADAL" clId="{112D1BF4-4BAA-41FE-AE9C-CFCD87EDE11F}" dt="2023-08-22T23:55:00.293" v="188" actId="478"/>
          <ac:spMkLst>
            <pc:docMk/>
            <pc:sldMk cId="762172599" sldId="274"/>
            <ac:spMk id="3" creationId="{2C5DF914-4B40-4A23-8AAC-9CFE7F215ACD}"/>
          </ac:spMkLst>
        </pc:spChg>
        <pc:picChg chg="add mod">
          <ac:chgData name="Zhao, Jie" userId="7be6526a-30ba-445c-b3a9-aabf2c8f5828" providerId="ADAL" clId="{112D1BF4-4BAA-41FE-AE9C-CFCD87EDE11F}" dt="2023-08-23T00:27:41.355" v="327" actId="1076"/>
          <ac:picMkLst>
            <pc:docMk/>
            <pc:sldMk cId="762172599" sldId="274"/>
            <ac:picMk id="5" creationId="{E0070040-496E-4514-A5E6-F8A60382D553}"/>
          </ac:picMkLst>
        </pc:picChg>
      </pc:sldChg>
      <pc:sldChg chg="addSp delSp modSp add mod">
        <pc:chgData name="Zhao, Jie" userId="7be6526a-30ba-445c-b3a9-aabf2c8f5828" providerId="ADAL" clId="{112D1BF4-4BAA-41FE-AE9C-CFCD87EDE11F}" dt="2023-08-23T00:29:06.594" v="333" actId="1076"/>
        <pc:sldMkLst>
          <pc:docMk/>
          <pc:sldMk cId="2987660880" sldId="275"/>
        </pc:sldMkLst>
        <pc:spChg chg="mod">
          <ac:chgData name="Zhao, Jie" userId="7be6526a-30ba-445c-b3a9-aabf2c8f5828" providerId="ADAL" clId="{112D1BF4-4BAA-41FE-AE9C-CFCD87EDE11F}" dt="2023-08-23T00:29:06.594" v="333" actId="1076"/>
          <ac:spMkLst>
            <pc:docMk/>
            <pc:sldMk cId="2987660880" sldId="275"/>
            <ac:spMk id="2" creationId="{C93848F5-1552-4316-ADB3-4EE4924B6477}"/>
          </ac:spMkLst>
        </pc:spChg>
        <pc:spChg chg="del">
          <ac:chgData name="Zhao, Jie" userId="7be6526a-30ba-445c-b3a9-aabf2c8f5828" providerId="ADAL" clId="{112D1BF4-4BAA-41FE-AE9C-CFCD87EDE11F}" dt="2023-08-22T23:55:28.866" v="193" actId="478"/>
          <ac:spMkLst>
            <pc:docMk/>
            <pc:sldMk cId="2987660880" sldId="275"/>
            <ac:spMk id="3" creationId="{2C5DF914-4B40-4A23-8AAC-9CFE7F215ACD}"/>
          </ac:spMkLst>
        </pc:spChg>
        <pc:picChg chg="add mod">
          <ac:chgData name="Zhao, Jie" userId="7be6526a-30ba-445c-b3a9-aabf2c8f5828" providerId="ADAL" clId="{112D1BF4-4BAA-41FE-AE9C-CFCD87EDE11F}" dt="2023-08-23T00:29:05.316" v="332" actId="1076"/>
          <ac:picMkLst>
            <pc:docMk/>
            <pc:sldMk cId="2987660880" sldId="275"/>
            <ac:picMk id="5" creationId="{C1F2E5F4-4C76-4D0E-A5AA-90E341A404E5}"/>
          </ac:picMkLst>
        </pc:picChg>
      </pc:sldChg>
      <pc:sldChg chg="addSp delSp modSp add mod">
        <pc:chgData name="Zhao, Jie" userId="7be6526a-30ba-445c-b3a9-aabf2c8f5828" providerId="ADAL" clId="{112D1BF4-4BAA-41FE-AE9C-CFCD87EDE11F}" dt="2023-08-23T00:29:40.824" v="337" actId="1076"/>
        <pc:sldMkLst>
          <pc:docMk/>
          <pc:sldMk cId="1729920591" sldId="276"/>
        </pc:sldMkLst>
        <pc:spChg chg="mod">
          <ac:chgData name="Zhao, Jie" userId="7be6526a-30ba-445c-b3a9-aabf2c8f5828" providerId="ADAL" clId="{112D1BF4-4BAA-41FE-AE9C-CFCD87EDE11F}" dt="2023-08-23T00:29:40.824" v="337" actId="1076"/>
          <ac:spMkLst>
            <pc:docMk/>
            <pc:sldMk cId="1729920591" sldId="276"/>
            <ac:spMk id="2" creationId="{C93848F5-1552-4316-ADB3-4EE4924B6477}"/>
          </ac:spMkLst>
        </pc:spChg>
        <pc:spChg chg="del">
          <ac:chgData name="Zhao, Jie" userId="7be6526a-30ba-445c-b3a9-aabf2c8f5828" providerId="ADAL" clId="{112D1BF4-4BAA-41FE-AE9C-CFCD87EDE11F}" dt="2023-08-22T23:56:02.873" v="199" actId="478"/>
          <ac:spMkLst>
            <pc:docMk/>
            <pc:sldMk cId="1729920591" sldId="276"/>
            <ac:spMk id="3" creationId="{2C5DF914-4B40-4A23-8AAC-9CFE7F215ACD}"/>
          </ac:spMkLst>
        </pc:spChg>
        <pc:picChg chg="add mod">
          <ac:chgData name="Zhao, Jie" userId="7be6526a-30ba-445c-b3a9-aabf2c8f5828" providerId="ADAL" clId="{112D1BF4-4BAA-41FE-AE9C-CFCD87EDE11F}" dt="2023-08-23T00:29:36.454" v="336" actId="1076"/>
          <ac:picMkLst>
            <pc:docMk/>
            <pc:sldMk cId="1729920591" sldId="276"/>
            <ac:picMk id="5" creationId="{8FC9F42B-3918-4C1F-BF50-9772742B84C8}"/>
          </ac:picMkLst>
        </pc:picChg>
      </pc:sldChg>
      <pc:sldChg chg="addSp delSp modSp add mod">
        <pc:chgData name="Zhao, Jie" userId="7be6526a-30ba-445c-b3a9-aabf2c8f5828" providerId="ADAL" clId="{112D1BF4-4BAA-41FE-AE9C-CFCD87EDE11F}" dt="2023-08-23T00:30:16.158" v="339" actId="1076"/>
        <pc:sldMkLst>
          <pc:docMk/>
          <pc:sldMk cId="1187302016" sldId="277"/>
        </pc:sldMkLst>
        <pc:spChg chg="mod">
          <ac:chgData name="Zhao, Jie" userId="7be6526a-30ba-445c-b3a9-aabf2c8f5828" providerId="ADAL" clId="{112D1BF4-4BAA-41FE-AE9C-CFCD87EDE11F}" dt="2023-08-23T00:30:11.706" v="338" actId="1076"/>
          <ac:spMkLst>
            <pc:docMk/>
            <pc:sldMk cId="1187302016" sldId="277"/>
            <ac:spMk id="2" creationId="{C93848F5-1552-4316-ADB3-4EE4924B6477}"/>
          </ac:spMkLst>
        </pc:spChg>
        <pc:spChg chg="del">
          <ac:chgData name="Zhao, Jie" userId="7be6526a-30ba-445c-b3a9-aabf2c8f5828" providerId="ADAL" clId="{112D1BF4-4BAA-41FE-AE9C-CFCD87EDE11F}" dt="2023-08-22T23:56:33.682" v="204" actId="478"/>
          <ac:spMkLst>
            <pc:docMk/>
            <pc:sldMk cId="1187302016" sldId="277"/>
            <ac:spMk id="3" creationId="{2C5DF914-4B40-4A23-8AAC-9CFE7F215ACD}"/>
          </ac:spMkLst>
        </pc:spChg>
        <pc:picChg chg="add mod">
          <ac:chgData name="Zhao, Jie" userId="7be6526a-30ba-445c-b3a9-aabf2c8f5828" providerId="ADAL" clId="{112D1BF4-4BAA-41FE-AE9C-CFCD87EDE11F}" dt="2023-08-23T00:30:16.158" v="339" actId="1076"/>
          <ac:picMkLst>
            <pc:docMk/>
            <pc:sldMk cId="1187302016" sldId="277"/>
            <ac:picMk id="5" creationId="{D84B86E8-9734-42AE-81C8-F1E15CC5F040}"/>
          </ac:picMkLst>
        </pc:picChg>
      </pc:sldChg>
      <pc:sldChg chg="add del">
        <pc:chgData name="Zhao, Jie" userId="7be6526a-30ba-445c-b3a9-aabf2c8f5828" providerId="ADAL" clId="{112D1BF4-4BAA-41FE-AE9C-CFCD87EDE11F}" dt="2023-08-23T00:30:39.496" v="340" actId="47"/>
        <pc:sldMkLst>
          <pc:docMk/>
          <pc:sldMk cId="2197652339" sldId="278"/>
        </pc:sldMkLst>
      </pc:sldChg>
      <pc:sldChg chg="add del">
        <pc:chgData name="Zhao, Jie" userId="7be6526a-30ba-445c-b3a9-aabf2c8f5828" providerId="ADAL" clId="{112D1BF4-4BAA-41FE-AE9C-CFCD87EDE11F}" dt="2023-08-23T00:30:39.977" v="341" actId="47"/>
        <pc:sldMkLst>
          <pc:docMk/>
          <pc:sldMk cId="1183951049" sldId="279"/>
        </pc:sldMkLst>
      </pc:sldChg>
      <pc:sldChg chg="add del">
        <pc:chgData name="Zhao, Jie" userId="7be6526a-30ba-445c-b3a9-aabf2c8f5828" providerId="ADAL" clId="{112D1BF4-4BAA-41FE-AE9C-CFCD87EDE11F}" dt="2023-08-23T00:30:40.841" v="342" actId="47"/>
        <pc:sldMkLst>
          <pc:docMk/>
          <pc:sldMk cId="2414979475" sldId="280"/>
        </pc:sldMkLst>
      </pc:sldChg>
      <pc:sldChg chg="modSp add mod ord">
        <pc:chgData name="Zhao, Jie" userId="7be6526a-30ba-445c-b3a9-aabf2c8f5828" providerId="ADAL" clId="{112D1BF4-4BAA-41FE-AE9C-CFCD87EDE11F}" dt="2023-08-23T00:01:13.336" v="251" actId="27636"/>
        <pc:sldMkLst>
          <pc:docMk/>
          <pc:sldMk cId="3760905314" sldId="281"/>
        </pc:sldMkLst>
        <pc:spChg chg="mod">
          <ac:chgData name="Zhao, Jie" userId="7be6526a-30ba-445c-b3a9-aabf2c8f5828" providerId="ADAL" clId="{112D1BF4-4BAA-41FE-AE9C-CFCD87EDE11F}" dt="2023-08-23T00:01:05.414" v="247" actId="1076"/>
          <ac:spMkLst>
            <pc:docMk/>
            <pc:sldMk cId="3760905314" sldId="281"/>
            <ac:spMk id="2" creationId="{C93848F5-1552-4316-ADB3-4EE4924B6477}"/>
          </ac:spMkLst>
        </pc:spChg>
        <pc:spChg chg="mod">
          <ac:chgData name="Zhao, Jie" userId="7be6526a-30ba-445c-b3a9-aabf2c8f5828" providerId="ADAL" clId="{112D1BF4-4BAA-41FE-AE9C-CFCD87EDE11F}" dt="2023-08-23T00:01:13.336" v="251" actId="27636"/>
          <ac:spMkLst>
            <pc:docMk/>
            <pc:sldMk cId="3760905314" sldId="281"/>
            <ac:spMk id="3" creationId="{2C5DF914-4B40-4A23-8AAC-9CFE7F215ACD}"/>
          </ac:spMkLst>
        </pc:spChg>
      </pc:sldChg>
    </pc:docChg>
  </pc:docChgLst>
  <pc:docChgLst>
    <pc:chgData name="Zhao, Jie" userId="7be6526a-30ba-445c-b3a9-aabf2c8f5828" providerId="ADAL" clId="{2503296D-AD03-47A4-851C-DFF8D6C78572}"/>
    <pc:docChg chg="undo custSel addSld delSld modSld">
      <pc:chgData name="Zhao, Jie" userId="7be6526a-30ba-445c-b3a9-aabf2c8f5828" providerId="ADAL" clId="{2503296D-AD03-47A4-851C-DFF8D6C78572}" dt="2024-01-09T20:57:43.708" v="176" actId="2696"/>
      <pc:docMkLst>
        <pc:docMk/>
      </pc:docMkLst>
      <pc:sldChg chg="modSp mod">
        <pc:chgData name="Zhao, Jie" userId="7be6526a-30ba-445c-b3a9-aabf2c8f5828" providerId="ADAL" clId="{2503296D-AD03-47A4-851C-DFF8D6C78572}" dt="2024-01-09T20:47:45.911" v="5" actId="20577"/>
        <pc:sldMkLst>
          <pc:docMk/>
          <pc:sldMk cId="2199995263" sldId="256"/>
        </pc:sldMkLst>
        <pc:spChg chg="mod">
          <ac:chgData name="Zhao, Jie" userId="7be6526a-30ba-445c-b3a9-aabf2c8f5828" providerId="ADAL" clId="{2503296D-AD03-47A4-851C-DFF8D6C78572}" dt="2024-01-09T20:47:45.911" v="5" actId="20577"/>
          <ac:spMkLst>
            <pc:docMk/>
            <pc:sldMk cId="2199995263" sldId="256"/>
            <ac:spMk id="3" creationId="{2C5DF914-4B40-4A23-8AAC-9CFE7F215ACD}"/>
          </ac:spMkLst>
        </pc:spChg>
      </pc:sldChg>
      <pc:sldChg chg="del">
        <pc:chgData name="Zhao, Jie" userId="7be6526a-30ba-445c-b3a9-aabf2c8f5828" providerId="ADAL" clId="{2503296D-AD03-47A4-851C-DFF8D6C78572}" dt="2024-01-09T20:48:53.769" v="51" actId="47"/>
        <pc:sldMkLst>
          <pc:docMk/>
          <pc:sldMk cId="3156249041" sldId="258"/>
        </pc:sldMkLst>
      </pc:sldChg>
      <pc:sldChg chg="del">
        <pc:chgData name="Zhao, Jie" userId="7be6526a-30ba-445c-b3a9-aabf2c8f5828" providerId="ADAL" clId="{2503296D-AD03-47A4-851C-DFF8D6C78572}" dt="2024-01-09T20:52:26.665" v="100" actId="47"/>
        <pc:sldMkLst>
          <pc:docMk/>
          <pc:sldMk cId="2542695608" sldId="259"/>
        </pc:sldMkLst>
      </pc:sldChg>
      <pc:sldChg chg="del">
        <pc:chgData name="Zhao, Jie" userId="7be6526a-30ba-445c-b3a9-aabf2c8f5828" providerId="ADAL" clId="{2503296D-AD03-47A4-851C-DFF8D6C78572}" dt="2024-01-09T20:52:28.656" v="101" actId="47"/>
        <pc:sldMkLst>
          <pc:docMk/>
          <pc:sldMk cId="2611632535" sldId="260"/>
        </pc:sldMkLst>
      </pc:sldChg>
      <pc:sldChg chg="del">
        <pc:chgData name="Zhao, Jie" userId="7be6526a-30ba-445c-b3a9-aabf2c8f5828" providerId="ADAL" clId="{2503296D-AD03-47A4-851C-DFF8D6C78572}" dt="2024-01-09T20:52:30.239" v="102" actId="47"/>
        <pc:sldMkLst>
          <pc:docMk/>
          <pc:sldMk cId="2971324342" sldId="261"/>
        </pc:sldMkLst>
      </pc:sldChg>
      <pc:sldChg chg="del">
        <pc:chgData name="Zhao, Jie" userId="7be6526a-30ba-445c-b3a9-aabf2c8f5828" providerId="ADAL" clId="{2503296D-AD03-47A4-851C-DFF8D6C78572}" dt="2024-01-09T20:52:31.312" v="103" actId="47"/>
        <pc:sldMkLst>
          <pc:docMk/>
          <pc:sldMk cId="3086728423" sldId="262"/>
        </pc:sldMkLst>
      </pc:sldChg>
      <pc:sldChg chg="del">
        <pc:chgData name="Zhao, Jie" userId="7be6526a-30ba-445c-b3a9-aabf2c8f5828" providerId="ADAL" clId="{2503296D-AD03-47A4-851C-DFF8D6C78572}" dt="2024-01-09T20:52:32.142" v="104" actId="47"/>
        <pc:sldMkLst>
          <pc:docMk/>
          <pc:sldMk cId="6743112" sldId="263"/>
        </pc:sldMkLst>
      </pc:sldChg>
      <pc:sldChg chg="del">
        <pc:chgData name="Zhao, Jie" userId="7be6526a-30ba-445c-b3a9-aabf2c8f5828" providerId="ADAL" clId="{2503296D-AD03-47A4-851C-DFF8D6C78572}" dt="2024-01-09T20:55:17.084" v="172" actId="2696"/>
        <pc:sldMkLst>
          <pc:docMk/>
          <pc:sldMk cId="1037891018" sldId="264"/>
        </pc:sldMkLst>
      </pc:sldChg>
      <pc:sldChg chg="del">
        <pc:chgData name="Zhao, Jie" userId="7be6526a-30ba-445c-b3a9-aabf2c8f5828" providerId="ADAL" clId="{2503296D-AD03-47A4-851C-DFF8D6C78572}" dt="2024-01-09T20:55:57.934" v="175" actId="47"/>
        <pc:sldMkLst>
          <pc:docMk/>
          <pc:sldMk cId="3727919707" sldId="265"/>
        </pc:sldMkLst>
      </pc:sldChg>
      <pc:sldChg chg="addSp delSp modSp mod">
        <pc:chgData name="Zhao, Jie" userId="7be6526a-30ba-445c-b3a9-aabf2c8f5828" providerId="ADAL" clId="{2503296D-AD03-47A4-851C-DFF8D6C78572}" dt="2024-01-09T20:54:36.659" v="171" actId="1076"/>
        <pc:sldMkLst>
          <pc:docMk/>
          <pc:sldMk cId="3760905314" sldId="281"/>
        </pc:sldMkLst>
        <pc:spChg chg="mod">
          <ac:chgData name="Zhao, Jie" userId="7be6526a-30ba-445c-b3a9-aabf2c8f5828" providerId="ADAL" clId="{2503296D-AD03-47A4-851C-DFF8D6C78572}" dt="2024-01-09T20:54:28.629" v="169" actId="948"/>
          <ac:spMkLst>
            <pc:docMk/>
            <pc:sldMk cId="3760905314" sldId="281"/>
            <ac:spMk id="3" creationId="{2C5DF914-4B40-4A23-8AAC-9CFE7F215ACD}"/>
          </ac:spMkLst>
        </pc:spChg>
        <pc:spChg chg="add mod">
          <ac:chgData name="Zhao, Jie" userId="7be6526a-30ba-445c-b3a9-aabf2c8f5828" providerId="ADAL" clId="{2503296D-AD03-47A4-851C-DFF8D6C78572}" dt="2024-01-09T20:54:32.068" v="170" actId="1076"/>
          <ac:spMkLst>
            <pc:docMk/>
            <pc:sldMk cId="3760905314" sldId="281"/>
            <ac:spMk id="9" creationId="{0E278B2D-78FE-FA67-6B44-01963C19C191}"/>
          </ac:spMkLst>
        </pc:spChg>
        <pc:picChg chg="add del mod">
          <ac:chgData name="Zhao, Jie" userId="7be6526a-30ba-445c-b3a9-aabf2c8f5828" providerId="ADAL" clId="{2503296D-AD03-47A4-851C-DFF8D6C78572}" dt="2024-01-09T20:49:59.368" v="56" actId="478"/>
          <ac:picMkLst>
            <pc:docMk/>
            <pc:sldMk cId="3760905314" sldId="281"/>
            <ac:picMk id="5" creationId="{02506DBB-A75A-EBA3-40AA-0A8BB30C8978}"/>
          </ac:picMkLst>
        </pc:picChg>
        <pc:picChg chg="add del mod">
          <ac:chgData name="Zhao, Jie" userId="7be6526a-30ba-445c-b3a9-aabf2c8f5828" providerId="ADAL" clId="{2503296D-AD03-47A4-851C-DFF8D6C78572}" dt="2024-01-09T20:50:54.894" v="59" actId="478"/>
          <ac:picMkLst>
            <pc:docMk/>
            <pc:sldMk cId="3760905314" sldId="281"/>
            <ac:picMk id="6" creationId="{7BF525F6-E891-F52A-CAE0-2E1CB3FF092B}"/>
          </ac:picMkLst>
        </pc:picChg>
        <pc:picChg chg="add mod">
          <ac:chgData name="Zhao, Jie" userId="7be6526a-30ba-445c-b3a9-aabf2c8f5828" providerId="ADAL" clId="{2503296D-AD03-47A4-851C-DFF8D6C78572}" dt="2024-01-09T20:54:36.659" v="171" actId="1076"/>
          <ac:picMkLst>
            <pc:docMk/>
            <pc:sldMk cId="3760905314" sldId="281"/>
            <ac:picMk id="8" creationId="{FE31A5D9-DC2C-DB2C-6A3A-C46C2852BC09}"/>
          </ac:picMkLst>
        </pc:picChg>
      </pc:sldChg>
      <pc:sldChg chg="del">
        <pc:chgData name="Zhao, Jie" userId="7be6526a-30ba-445c-b3a9-aabf2c8f5828" providerId="ADAL" clId="{2503296D-AD03-47A4-851C-DFF8D6C78572}" dt="2024-01-09T20:57:43.708" v="176" actId="2696"/>
        <pc:sldMkLst>
          <pc:docMk/>
          <pc:sldMk cId="1372093517" sldId="282"/>
        </pc:sldMkLst>
      </pc:sldChg>
      <pc:sldChg chg="add del">
        <pc:chgData name="Zhao, Jie" userId="7be6526a-30ba-445c-b3a9-aabf2c8f5828" providerId="ADAL" clId="{2503296D-AD03-47A4-851C-DFF8D6C78572}" dt="2024-01-09T20:55:42.650" v="174" actId="2890"/>
        <pc:sldMkLst>
          <pc:docMk/>
          <pc:sldMk cId="183229764" sldId="285"/>
        </pc:sldMkLst>
      </pc:sldChg>
    </pc:docChg>
  </pc:docChgLst>
  <pc:docChgLst>
    <pc:chgData name="Zhao, Jie" userId="7be6526a-30ba-445c-b3a9-aabf2c8f5828" providerId="ADAL" clId="{5A4CCCA5-450F-4BCD-9EBD-CDC34DA87434}"/>
    <pc:docChg chg="undo redo custSel addSld delSld modSld">
      <pc:chgData name="Zhao, Jie" userId="7be6526a-30ba-445c-b3a9-aabf2c8f5828" providerId="ADAL" clId="{5A4CCCA5-450F-4BCD-9EBD-CDC34DA87434}" dt="2023-08-27T04:34:15.862" v="522" actId="20577"/>
      <pc:docMkLst>
        <pc:docMk/>
      </pc:docMkLst>
      <pc:sldChg chg="modSp mod">
        <pc:chgData name="Zhao, Jie" userId="7be6526a-30ba-445c-b3a9-aabf2c8f5828" providerId="ADAL" clId="{5A4CCCA5-450F-4BCD-9EBD-CDC34DA87434}" dt="2023-08-27T02:49:29.924" v="15" actId="20577"/>
        <pc:sldMkLst>
          <pc:docMk/>
          <pc:sldMk cId="2199995263" sldId="256"/>
        </pc:sldMkLst>
        <pc:spChg chg="mod">
          <ac:chgData name="Zhao, Jie" userId="7be6526a-30ba-445c-b3a9-aabf2c8f5828" providerId="ADAL" clId="{5A4CCCA5-450F-4BCD-9EBD-CDC34DA87434}" dt="2023-08-27T02:49:29.924" v="15" actId="20577"/>
          <ac:spMkLst>
            <pc:docMk/>
            <pc:sldMk cId="2199995263" sldId="256"/>
            <ac:spMk id="3" creationId="{2C5DF914-4B40-4A23-8AAC-9CFE7F215ACD}"/>
          </ac:spMkLst>
        </pc:spChg>
      </pc:sldChg>
      <pc:sldChg chg="modSp mod">
        <pc:chgData name="Zhao, Jie" userId="7be6526a-30ba-445c-b3a9-aabf2c8f5828" providerId="ADAL" clId="{5A4CCCA5-450F-4BCD-9EBD-CDC34DA87434}" dt="2023-08-27T04:34:15.862" v="522" actId="20577"/>
        <pc:sldMkLst>
          <pc:docMk/>
          <pc:sldMk cId="4038797967" sldId="257"/>
        </pc:sldMkLst>
        <pc:spChg chg="mod">
          <ac:chgData name="Zhao, Jie" userId="7be6526a-30ba-445c-b3a9-aabf2c8f5828" providerId="ADAL" clId="{5A4CCCA5-450F-4BCD-9EBD-CDC34DA87434}" dt="2023-08-27T04:34:15.862" v="522" actId="20577"/>
          <ac:spMkLst>
            <pc:docMk/>
            <pc:sldMk cId="4038797967" sldId="257"/>
            <ac:spMk id="3" creationId="{2C5DF914-4B40-4A23-8AAC-9CFE7F215ACD}"/>
          </ac:spMkLst>
        </pc:spChg>
      </pc:sldChg>
      <pc:sldChg chg="addSp delSp modSp mod">
        <pc:chgData name="Zhao, Jie" userId="7be6526a-30ba-445c-b3a9-aabf2c8f5828" providerId="ADAL" clId="{5A4CCCA5-450F-4BCD-9EBD-CDC34DA87434}" dt="2023-08-27T02:51:45.343" v="40" actId="14100"/>
        <pc:sldMkLst>
          <pc:docMk/>
          <pc:sldMk cId="3156249041" sldId="258"/>
        </pc:sldMkLst>
        <pc:spChg chg="del">
          <ac:chgData name="Zhao, Jie" userId="7be6526a-30ba-445c-b3a9-aabf2c8f5828" providerId="ADAL" clId="{5A4CCCA5-450F-4BCD-9EBD-CDC34DA87434}" dt="2023-08-27T02:50:05.853" v="16" actId="478"/>
          <ac:spMkLst>
            <pc:docMk/>
            <pc:sldMk cId="3156249041" sldId="258"/>
            <ac:spMk id="2" creationId="{C93848F5-1552-4316-ADB3-4EE4924B6477}"/>
          </ac:spMkLst>
        </pc:spChg>
        <pc:spChg chg="mod">
          <ac:chgData name="Zhao, Jie" userId="7be6526a-30ba-445c-b3a9-aabf2c8f5828" providerId="ADAL" clId="{5A4CCCA5-450F-4BCD-9EBD-CDC34DA87434}" dt="2023-08-27T02:51:45.343" v="40" actId="14100"/>
          <ac:spMkLst>
            <pc:docMk/>
            <pc:sldMk cId="3156249041" sldId="258"/>
            <ac:spMk id="3" creationId="{2C5DF914-4B40-4A23-8AAC-9CFE7F215ACD}"/>
          </ac:spMkLst>
        </pc:spChg>
        <pc:spChg chg="add del mod">
          <ac:chgData name="Zhao, Jie" userId="7be6526a-30ba-445c-b3a9-aabf2c8f5828" providerId="ADAL" clId="{5A4CCCA5-450F-4BCD-9EBD-CDC34DA87434}" dt="2023-08-27T02:50:09.104" v="17" actId="478"/>
          <ac:spMkLst>
            <pc:docMk/>
            <pc:sldMk cId="3156249041" sldId="258"/>
            <ac:spMk id="5" creationId="{4568AF4E-25C6-9762-55AA-AABBAD2A1CB0}"/>
          </ac:spMkLst>
        </pc:spChg>
        <pc:picChg chg="add del mod">
          <ac:chgData name="Zhao, Jie" userId="7be6526a-30ba-445c-b3a9-aabf2c8f5828" providerId="ADAL" clId="{5A4CCCA5-450F-4BCD-9EBD-CDC34DA87434}" dt="2023-08-27T02:50:30.497" v="24" actId="22"/>
          <ac:picMkLst>
            <pc:docMk/>
            <pc:sldMk cId="3156249041" sldId="258"/>
            <ac:picMk id="7" creationId="{5A6A43F0-09B5-8B31-1843-A8862B1375B6}"/>
          </ac:picMkLst>
        </pc:picChg>
        <pc:picChg chg="add mod">
          <ac:chgData name="Zhao, Jie" userId="7be6526a-30ba-445c-b3a9-aabf2c8f5828" providerId="ADAL" clId="{5A4CCCA5-450F-4BCD-9EBD-CDC34DA87434}" dt="2023-08-27T02:51:35.791" v="38" actId="1076"/>
          <ac:picMkLst>
            <pc:docMk/>
            <pc:sldMk cId="3156249041" sldId="258"/>
            <ac:picMk id="9" creationId="{2D04D8E5-0D3D-0AD4-E351-0B251CD3B0E3}"/>
          </ac:picMkLst>
        </pc:picChg>
      </pc:sldChg>
      <pc:sldChg chg="addSp delSp modSp mod">
        <pc:chgData name="Zhao, Jie" userId="7be6526a-30ba-445c-b3a9-aabf2c8f5828" providerId="ADAL" clId="{5A4CCCA5-450F-4BCD-9EBD-CDC34DA87434}" dt="2023-08-27T02:56:16.045" v="97" actId="1076"/>
        <pc:sldMkLst>
          <pc:docMk/>
          <pc:sldMk cId="2542695608" sldId="259"/>
        </pc:sldMkLst>
        <pc:spChg chg="mod">
          <ac:chgData name="Zhao, Jie" userId="7be6526a-30ba-445c-b3a9-aabf2c8f5828" providerId="ADAL" clId="{5A4CCCA5-450F-4BCD-9EBD-CDC34DA87434}" dt="2023-08-27T02:54:26.330" v="73"/>
          <ac:spMkLst>
            <pc:docMk/>
            <pc:sldMk cId="2542695608" sldId="259"/>
            <ac:spMk id="2" creationId="{C93848F5-1552-4316-ADB3-4EE4924B6477}"/>
          </ac:spMkLst>
        </pc:spChg>
        <pc:spChg chg="mod">
          <ac:chgData name="Zhao, Jie" userId="7be6526a-30ba-445c-b3a9-aabf2c8f5828" providerId="ADAL" clId="{5A4CCCA5-450F-4BCD-9EBD-CDC34DA87434}" dt="2023-08-27T02:55:06.489" v="80" actId="14100"/>
          <ac:spMkLst>
            <pc:docMk/>
            <pc:sldMk cId="2542695608" sldId="259"/>
            <ac:spMk id="3" creationId="{2C5DF914-4B40-4A23-8AAC-9CFE7F215ACD}"/>
          </ac:spMkLst>
        </pc:spChg>
        <pc:spChg chg="add mod">
          <ac:chgData name="Zhao, Jie" userId="7be6526a-30ba-445c-b3a9-aabf2c8f5828" providerId="ADAL" clId="{5A4CCCA5-450F-4BCD-9EBD-CDC34DA87434}" dt="2023-08-27T02:56:09.896" v="94" actId="255"/>
          <ac:spMkLst>
            <pc:docMk/>
            <pc:sldMk cId="2542695608" sldId="259"/>
            <ac:spMk id="9" creationId="{C329BC1B-2560-30D9-7C63-89BDCD8DB665}"/>
          </ac:spMkLst>
        </pc:spChg>
        <pc:picChg chg="add del mod">
          <ac:chgData name="Zhao, Jie" userId="7be6526a-30ba-445c-b3a9-aabf2c8f5828" providerId="ADAL" clId="{5A4CCCA5-450F-4BCD-9EBD-CDC34DA87434}" dt="2023-08-27T02:55:37.546" v="83" actId="478"/>
          <ac:picMkLst>
            <pc:docMk/>
            <pc:sldMk cId="2542695608" sldId="259"/>
            <ac:picMk id="5" creationId="{EEB2D2E9-DC10-251E-A1FE-CBF5295D52B7}"/>
          </ac:picMkLst>
        </pc:picChg>
        <pc:picChg chg="del">
          <ac:chgData name="Zhao, Jie" userId="7be6526a-30ba-445c-b3a9-aabf2c8f5828" providerId="ADAL" clId="{5A4CCCA5-450F-4BCD-9EBD-CDC34DA87434}" dt="2023-08-27T02:54:44.488" v="74" actId="478"/>
          <ac:picMkLst>
            <pc:docMk/>
            <pc:sldMk cId="2542695608" sldId="259"/>
            <ac:picMk id="7" creationId="{73678361-FC11-4051-8CAC-184138BB4C41}"/>
          </ac:picMkLst>
        </pc:picChg>
        <pc:picChg chg="add mod">
          <ac:chgData name="Zhao, Jie" userId="7be6526a-30ba-445c-b3a9-aabf2c8f5828" providerId="ADAL" clId="{5A4CCCA5-450F-4BCD-9EBD-CDC34DA87434}" dt="2023-08-27T02:56:16.045" v="97" actId="1076"/>
          <ac:picMkLst>
            <pc:docMk/>
            <pc:sldMk cId="2542695608" sldId="259"/>
            <ac:picMk id="8" creationId="{D8ACC069-5E80-29D8-7958-E3744CF24F20}"/>
          </ac:picMkLst>
        </pc:picChg>
      </pc:sldChg>
      <pc:sldChg chg="addSp delSp modSp mod">
        <pc:chgData name="Zhao, Jie" userId="7be6526a-30ba-445c-b3a9-aabf2c8f5828" providerId="ADAL" clId="{5A4CCCA5-450F-4BCD-9EBD-CDC34DA87434}" dt="2023-08-27T02:57:26.018" v="108" actId="1076"/>
        <pc:sldMkLst>
          <pc:docMk/>
          <pc:sldMk cId="2611632535" sldId="260"/>
        </pc:sldMkLst>
        <pc:spChg chg="mod">
          <ac:chgData name="Zhao, Jie" userId="7be6526a-30ba-445c-b3a9-aabf2c8f5828" providerId="ADAL" clId="{5A4CCCA5-450F-4BCD-9EBD-CDC34DA87434}" dt="2023-08-27T02:56:34.513" v="100" actId="14100"/>
          <ac:spMkLst>
            <pc:docMk/>
            <pc:sldMk cId="2611632535" sldId="260"/>
            <ac:spMk id="2" creationId="{C93848F5-1552-4316-ADB3-4EE4924B6477}"/>
          </ac:spMkLst>
        </pc:spChg>
        <pc:spChg chg="add mod">
          <ac:chgData name="Zhao, Jie" userId="7be6526a-30ba-445c-b3a9-aabf2c8f5828" providerId="ADAL" clId="{5A4CCCA5-450F-4BCD-9EBD-CDC34DA87434}" dt="2023-08-27T02:57:26.018" v="108" actId="1076"/>
          <ac:spMkLst>
            <pc:docMk/>
            <pc:sldMk cId="2611632535" sldId="260"/>
            <ac:spMk id="3" creationId="{78FF8227-61AC-379D-2491-C921178E8AC8}"/>
          </ac:spMkLst>
        </pc:spChg>
        <pc:picChg chg="del">
          <ac:chgData name="Zhao, Jie" userId="7be6526a-30ba-445c-b3a9-aabf2c8f5828" providerId="ADAL" clId="{5A4CCCA5-450F-4BCD-9EBD-CDC34DA87434}" dt="2023-08-27T02:56:43.681" v="101" actId="478"/>
          <ac:picMkLst>
            <pc:docMk/>
            <pc:sldMk cId="2611632535" sldId="260"/>
            <ac:picMk id="5" creationId="{71E3F167-0B46-455E-B292-59B5BE6DEE6D}"/>
          </ac:picMkLst>
        </pc:picChg>
        <pc:picChg chg="add mod">
          <ac:chgData name="Zhao, Jie" userId="7be6526a-30ba-445c-b3a9-aabf2c8f5828" providerId="ADAL" clId="{5A4CCCA5-450F-4BCD-9EBD-CDC34DA87434}" dt="2023-08-27T02:57:22.341" v="107" actId="1076"/>
          <ac:picMkLst>
            <pc:docMk/>
            <pc:sldMk cId="2611632535" sldId="260"/>
            <ac:picMk id="6" creationId="{17ADEA1F-964D-D982-6669-23C754029FAB}"/>
          </ac:picMkLst>
        </pc:picChg>
      </pc:sldChg>
      <pc:sldChg chg="addSp delSp modSp mod">
        <pc:chgData name="Zhao, Jie" userId="7be6526a-30ba-445c-b3a9-aabf2c8f5828" providerId="ADAL" clId="{5A4CCCA5-450F-4BCD-9EBD-CDC34DA87434}" dt="2023-08-27T02:58:32.620" v="130" actId="1036"/>
        <pc:sldMkLst>
          <pc:docMk/>
          <pc:sldMk cId="2971324342" sldId="261"/>
        </pc:sldMkLst>
        <pc:spChg chg="mod">
          <ac:chgData name="Zhao, Jie" userId="7be6526a-30ba-445c-b3a9-aabf2c8f5828" providerId="ADAL" clId="{5A4CCCA5-450F-4BCD-9EBD-CDC34DA87434}" dt="2023-08-27T02:57:59.567" v="112" actId="255"/>
          <ac:spMkLst>
            <pc:docMk/>
            <pc:sldMk cId="2971324342" sldId="261"/>
            <ac:spMk id="2" creationId="{C93848F5-1552-4316-ADB3-4EE4924B6477}"/>
          </ac:spMkLst>
        </pc:spChg>
        <pc:picChg chg="add del mod">
          <ac:chgData name="Zhao, Jie" userId="7be6526a-30ba-445c-b3a9-aabf2c8f5828" providerId="ADAL" clId="{5A4CCCA5-450F-4BCD-9EBD-CDC34DA87434}" dt="2023-08-27T02:58:24.163" v="118" actId="478"/>
          <ac:picMkLst>
            <pc:docMk/>
            <pc:sldMk cId="2971324342" sldId="261"/>
            <ac:picMk id="4" creationId="{04B203F9-CCEF-DE55-D517-AA5B68C58FD6}"/>
          </ac:picMkLst>
        </pc:picChg>
        <pc:picChg chg="add mod">
          <ac:chgData name="Zhao, Jie" userId="7be6526a-30ba-445c-b3a9-aabf2c8f5828" providerId="ADAL" clId="{5A4CCCA5-450F-4BCD-9EBD-CDC34DA87434}" dt="2023-08-27T02:58:32.620" v="130" actId="1036"/>
          <ac:picMkLst>
            <pc:docMk/>
            <pc:sldMk cId="2971324342" sldId="261"/>
            <ac:picMk id="6" creationId="{19EDAD8B-E9BD-F581-E793-B4D160CB2663}"/>
          </ac:picMkLst>
        </pc:picChg>
        <pc:picChg chg="del mod">
          <ac:chgData name="Zhao, Jie" userId="7be6526a-30ba-445c-b3a9-aabf2c8f5828" providerId="ADAL" clId="{5A4CCCA5-450F-4BCD-9EBD-CDC34DA87434}" dt="2023-08-27T02:58:15.200" v="114" actId="478"/>
          <ac:picMkLst>
            <pc:docMk/>
            <pc:sldMk cId="2971324342" sldId="261"/>
            <ac:picMk id="7" creationId="{DD0F448F-BBC5-4530-8CDB-69FE07354E03}"/>
          </ac:picMkLst>
        </pc:picChg>
      </pc:sldChg>
      <pc:sldChg chg="addSp delSp modSp mod">
        <pc:chgData name="Zhao, Jie" userId="7be6526a-30ba-445c-b3a9-aabf2c8f5828" providerId="ADAL" clId="{5A4CCCA5-450F-4BCD-9EBD-CDC34DA87434}" dt="2023-08-27T03:00:07.180" v="160" actId="1076"/>
        <pc:sldMkLst>
          <pc:docMk/>
          <pc:sldMk cId="3086728423" sldId="262"/>
        </pc:sldMkLst>
        <pc:spChg chg="mod">
          <ac:chgData name="Zhao, Jie" userId="7be6526a-30ba-445c-b3a9-aabf2c8f5828" providerId="ADAL" clId="{5A4CCCA5-450F-4BCD-9EBD-CDC34DA87434}" dt="2023-08-27T02:58:59.940" v="132" actId="27636"/>
          <ac:spMkLst>
            <pc:docMk/>
            <pc:sldMk cId="3086728423" sldId="262"/>
            <ac:spMk id="2" creationId="{C93848F5-1552-4316-ADB3-4EE4924B6477}"/>
          </ac:spMkLst>
        </pc:spChg>
        <pc:spChg chg="add mod">
          <ac:chgData name="Zhao, Jie" userId="7be6526a-30ba-445c-b3a9-aabf2c8f5828" providerId="ADAL" clId="{5A4CCCA5-450F-4BCD-9EBD-CDC34DA87434}" dt="2023-08-27T03:00:07.180" v="160" actId="1076"/>
          <ac:spMkLst>
            <pc:docMk/>
            <pc:sldMk cId="3086728423" sldId="262"/>
            <ac:spMk id="3" creationId="{401DCE61-186F-839B-8852-0C1B85E221B5}"/>
          </ac:spMkLst>
        </pc:spChg>
        <pc:picChg chg="del">
          <ac:chgData name="Zhao, Jie" userId="7be6526a-30ba-445c-b3a9-aabf2c8f5828" providerId="ADAL" clId="{5A4CCCA5-450F-4BCD-9EBD-CDC34DA87434}" dt="2023-08-27T02:59:13.010" v="133" actId="478"/>
          <ac:picMkLst>
            <pc:docMk/>
            <pc:sldMk cId="3086728423" sldId="262"/>
            <ac:picMk id="5" creationId="{6E0A6E8E-A56B-4300-A19E-9FD28381F5B1}"/>
          </ac:picMkLst>
        </pc:picChg>
        <pc:picChg chg="add del">
          <ac:chgData name="Zhao, Jie" userId="7be6526a-30ba-445c-b3a9-aabf2c8f5828" providerId="ADAL" clId="{5A4CCCA5-450F-4BCD-9EBD-CDC34DA87434}" dt="2023-08-27T02:59:54.296" v="157" actId="22"/>
          <ac:picMkLst>
            <pc:docMk/>
            <pc:sldMk cId="3086728423" sldId="262"/>
            <ac:picMk id="6" creationId="{C506CF28-2DF1-294D-22E6-1F2668D12494}"/>
          </ac:picMkLst>
        </pc:picChg>
        <pc:picChg chg="add mod">
          <ac:chgData name="Zhao, Jie" userId="7be6526a-30ba-445c-b3a9-aabf2c8f5828" providerId="ADAL" clId="{5A4CCCA5-450F-4BCD-9EBD-CDC34DA87434}" dt="2023-08-27T03:00:04.133" v="159" actId="1076"/>
          <ac:picMkLst>
            <pc:docMk/>
            <pc:sldMk cId="3086728423" sldId="262"/>
            <ac:picMk id="8" creationId="{F276D8E7-830C-2E7A-9AE3-A9E11CD2307F}"/>
          </ac:picMkLst>
        </pc:picChg>
      </pc:sldChg>
      <pc:sldChg chg="addSp delSp modSp mod">
        <pc:chgData name="Zhao, Jie" userId="7be6526a-30ba-445c-b3a9-aabf2c8f5828" providerId="ADAL" clId="{5A4CCCA5-450F-4BCD-9EBD-CDC34DA87434}" dt="2023-08-27T03:02:48.315" v="188" actId="1076"/>
        <pc:sldMkLst>
          <pc:docMk/>
          <pc:sldMk cId="6743112" sldId="263"/>
        </pc:sldMkLst>
        <pc:spChg chg="mod">
          <ac:chgData name="Zhao, Jie" userId="7be6526a-30ba-445c-b3a9-aabf2c8f5828" providerId="ADAL" clId="{5A4CCCA5-450F-4BCD-9EBD-CDC34DA87434}" dt="2023-08-27T03:02:38.975" v="186" actId="1076"/>
          <ac:spMkLst>
            <pc:docMk/>
            <pc:sldMk cId="6743112" sldId="263"/>
            <ac:spMk id="2" creationId="{C93848F5-1552-4316-ADB3-4EE4924B6477}"/>
          </ac:spMkLst>
        </pc:spChg>
        <pc:spChg chg="add mod">
          <ac:chgData name="Zhao, Jie" userId="7be6526a-30ba-445c-b3a9-aabf2c8f5828" providerId="ADAL" clId="{5A4CCCA5-450F-4BCD-9EBD-CDC34DA87434}" dt="2023-08-27T03:02:48.315" v="188" actId="1076"/>
          <ac:spMkLst>
            <pc:docMk/>
            <pc:sldMk cId="6743112" sldId="263"/>
            <ac:spMk id="3" creationId="{1D022EA1-0E75-DD5D-0AA9-B4AFB1D4F39F}"/>
          </ac:spMkLst>
        </pc:spChg>
        <pc:picChg chg="del">
          <ac:chgData name="Zhao, Jie" userId="7be6526a-30ba-445c-b3a9-aabf2c8f5828" providerId="ADAL" clId="{5A4CCCA5-450F-4BCD-9EBD-CDC34DA87434}" dt="2023-08-27T03:00:54.633" v="165" actId="478"/>
          <ac:picMkLst>
            <pc:docMk/>
            <pc:sldMk cId="6743112" sldId="263"/>
            <ac:picMk id="5" creationId="{70BAF692-55EE-4BAD-BE13-4B3BB799F0EC}"/>
          </ac:picMkLst>
        </pc:picChg>
        <pc:picChg chg="add mod">
          <ac:chgData name="Zhao, Jie" userId="7be6526a-30ba-445c-b3a9-aabf2c8f5828" providerId="ADAL" clId="{5A4CCCA5-450F-4BCD-9EBD-CDC34DA87434}" dt="2023-08-27T03:02:46.291" v="187" actId="1076"/>
          <ac:picMkLst>
            <pc:docMk/>
            <pc:sldMk cId="6743112" sldId="263"/>
            <ac:picMk id="6" creationId="{5D3DAC7F-9928-D123-1CA6-14AB369C6104}"/>
          </ac:picMkLst>
        </pc:picChg>
        <pc:picChg chg="add mod">
          <ac:chgData name="Zhao, Jie" userId="7be6526a-30ba-445c-b3a9-aabf2c8f5828" providerId="ADAL" clId="{5A4CCCA5-450F-4BCD-9EBD-CDC34DA87434}" dt="2023-08-27T03:02:00.321" v="177" actId="1076"/>
          <ac:picMkLst>
            <pc:docMk/>
            <pc:sldMk cId="6743112" sldId="263"/>
            <ac:picMk id="8" creationId="{59E22801-3B5F-79E9-C1EB-576B33E4C45F}"/>
          </ac:picMkLst>
        </pc:picChg>
        <pc:picChg chg="add mod">
          <ac:chgData name="Zhao, Jie" userId="7be6526a-30ba-445c-b3a9-aabf2c8f5828" providerId="ADAL" clId="{5A4CCCA5-450F-4BCD-9EBD-CDC34DA87434}" dt="2023-08-27T03:02:17.739" v="179" actId="1076"/>
          <ac:picMkLst>
            <pc:docMk/>
            <pc:sldMk cId="6743112" sldId="263"/>
            <ac:picMk id="10" creationId="{CE066383-C32F-C8E0-46B1-F9CB920D7D13}"/>
          </ac:picMkLst>
        </pc:picChg>
      </pc:sldChg>
      <pc:sldChg chg="addSp delSp modSp mod">
        <pc:chgData name="Zhao, Jie" userId="7be6526a-30ba-445c-b3a9-aabf2c8f5828" providerId="ADAL" clId="{5A4CCCA5-450F-4BCD-9EBD-CDC34DA87434}" dt="2023-08-27T03:04:48.635" v="205" actId="15"/>
        <pc:sldMkLst>
          <pc:docMk/>
          <pc:sldMk cId="1037891018" sldId="264"/>
        </pc:sldMkLst>
        <pc:spChg chg="mod">
          <ac:chgData name="Zhao, Jie" userId="7be6526a-30ba-445c-b3a9-aabf2c8f5828" providerId="ADAL" clId="{5A4CCCA5-450F-4BCD-9EBD-CDC34DA87434}" dt="2023-08-27T03:04:39.357" v="202" actId="1076"/>
          <ac:spMkLst>
            <pc:docMk/>
            <pc:sldMk cId="1037891018" sldId="264"/>
            <ac:spMk id="2" creationId="{C93848F5-1552-4316-ADB3-4EE4924B6477}"/>
          </ac:spMkLst>
        </pc:spChg>
        <pc:spChg chg="add mod">
          <ac:chgData name="Zhao, Jie" userId="7be6526a-30ba-445c-b3a9-aabf2c8f5828" providerId="ADAL" clId="{5A4CCCA5-450F-4BCD-9EBD-CDC34DA87434}" dt="2023-08-27T03:04:48.635" v="205" actId="15"/>
          <ac:spMkLst>
            <pc:docMk/>
            <pc:sldMk cId="1037891018" sldId="264"/>
            <ac:spMk id="3" creationId="{5C1ABD01-CFDB-EAC3-D63E-8C816B554EC1}"/>
          </ac:spMkLst>
        </pc:spChg>
        <pc:picChg chg="del">
          <ac:chgData name="Zhao, Jie" userId="7be6526a-30ba-445c-b3a9-aabf2c8f5828" providerId="ADAL" clId="{5A4CCCA5-450F-4BCD-9EBD-CDC34DA87434}" dt="2023-08-27T03:03:29.284" v="190" actId="478"/>
          <ac:picMkLst>
            <pc:docMk/>
            <pc:sldMk cId="1037891018" sldId="264"/>
            <ac:picMk id="5" creationId="{09BDF063-7A20-44F1-B796-DA191B58CA85}"/>
          </ac:picMkLst>
        </pc:picChg>
      </pc:sldChg>
      <pc:sldChg chg="addSp delSp modSp mod">
        <pc:chgData name="Zhao, Jie" userId="7be6526a-30ba-445c-b3a9-aabf2c8f5828" providerId="ADAL" clId="{5A4CCCA5-450F-4BCD-9EBD-CDC34DA87434}" dt="2023-08-27T03:06:33.366" v="216" actId="1076"/>
        <pc:sldMkLst>
          <pc:docMk/>
          <pc:sldMk cId="3727919707" sldId="265"/>
        </pc:sldMkLst>
        <pc:spChg chg="mod">
          <ac:chgData name="Zhao, Jie" userId="7be6526a-30ba-445c-b3a9-aabf2c8f5828" providerId="ADAL" clId="{5A4CCCA5-450F-4BCD-9EBD-CDC34DA87434}" dt="2023-08-27T03:05:15.546" v="206"/>
          <ac:spMkLst>
            <pc:docMk/>
            <pc:sldMk cId="3727919707" sldId="265"/>
            <ac:spMk id="2" creationId="{C93848F5-1552-4316-ADB3-4EE4924B6477}"/>
          </ac:spMkLst>
        </pc:spChg>
        <pc:spChg chg="add mod">
          <ac:chgData name="Zhao, Jie" userId="7be6526a-30ba-445c-b3a9-aabf2c8f5828" providerId="ADAL" clId="{5A4CCCA5-450F-4BCD-9EBD-CDC34DA87434}" dt="2023-08-27T03:06:33.366" v="216" actId="1076"/>
          <ac:spMkLst>
            <pc:docMk/>
            <pc:sldMk cId="3727919707" sldId="265"/>
            <ac:spMk id="3" creationId="{ECE636F5-3C60-14A4-9586-EE3EC7996DE8}"/>
          </ac:spMkLst>
        </pc:spChg>
        <pc:picChg chg="del">
          <ac:chgData name="Zhao, Jie" userId="7be6526a-30ba-445c-b3a9-aabf2c8f5828" providerId="ADAL" clId="{5A4CCCA5-450F-4BCD-9EBD-CDC34DA87434}" dt="2023-08-27T03:05:26.277" v="207" actId="478"/>
          <ac:picMkLst>
            <pc:docMk/>
            <pc:sldMk cId="3727919707" sldId="265"/>
            <ac:picMk id="5" creationId="{2E35E67E-C754-464A-BC5C-DA578551925A}"/>
          </ac:picMkLst>
        </pc:picChg>
      </pc:sldChg>
      <pc:sldChg chg="addSp delSp modSp mod">
        <pc:chgData name="Zhao, Jie" userId="7be6526a-30ba-445c-b3a9-aabf2c8f5828" providerId="ADAL" clId="{5A4CCCA5-450F-4BCD-9EBD-CDC34DA87434}" dt="2023-08-27T03:08:23.052" v="243" actId="20577"/>
        <pc:sldMkLst>
          <pc:docMk/>
          <pc:sldMk cId="1192227364" sldId="266"/>
        </pc:sldMkLst>
        <pc:spChg chg="mod">
          <ac:chgData name="Zhao, Jie" userId="7be6526a-30ba-445c-b3a9-aabf2c8f5828" providerId="ADAL" clId="{5A4CCCA5-450F-4BCD-9EBD-CDC34DA87434}" dt="2023-08-27T03:06:51.083" v="217"/>
          <ac:spMkLst>
            <pc:docMk/>
            <pc:sldMk cId="1192227364" sldId="266"/>
            <ac:spMk id="2" creationId="{C93848F5-1552-4316-ADB3-4EE4924B6477}"/>
          </ac:spMkLst>
        </pc:spChg>
        <pc:spChg chg="add mod">
          <ac:chgData name="Zhao, Jie" userId="7be6526a-30ba-445c-b3a9-aabf2c8f5828" providerId="ADAL" clId="{5A4CCCA5-450F-4BCD-9EBD-CDC34DA87434}" dt="2023-08-27T03:08:23.052" v="243" actId="20577"/>
          <ac:spMkLst>
            <pc:docMk/>
            <pc:sldMk cId="1192227364" sldId="266"/>
            <ac:spMk id="9" creationId="{A6202644-61EC-0833-ACF9-AF2F6AD304B7}"/>
          </ac:spMkLst>
        </pc:spChg>
        <pc:picChg chg="add del">
          <ac:chgData name="Zhao, Jie" userId="7be6526a-30ba-445c-b3a9-aabf2c8f5828" providerId="ADAL" clId="{5A4CCCA5-450F-4BCD-9EBD-CDC34DA87434}" dt="2023-08-27T03:07:09.755" v="221" actId="22"/>
          <ac:picMkLst>
            <pc:docMk/>
            <pc:sldMk cId="1192227364" sldId="266"/>
            <ac:picMk id="4" creationId="{804C9A7A-4AEF-C097-9C85-7DC7C9BBD538}"/>
          </ac:picMkLst>
        </pc:picChg>
        <pc:picChg chg="del">
          <ac:chgData name="Zhao, Jie" userId="7be6526a-30ba-445c-b3a9-aabf2c8f5828" providerId="ADAL" clId="{5A4CCCA5-450F-4BCD-9EBD-CDC34DA87434}" dt="2023-08-27T03:07:05.971" v="219" actId="478"/>
          <ac:picMkLst>
            <pc:docMk/>
            <pc:sldMk cId="1192227364" sldId="266"/>
            <ac:picMk id="5" creationId="{079C190B-474F-4426-A1DB-D6F9619EF22D}"/>
          </ac:picMkLst>
        </pc:picChg>
        <pc:picChg chg="del">
          <ac:chgData name="Zhao, Jie" userId="7be6526a-30ba-445c-b3a9-aabf2c8f5828" providerId="ADAL" clId="{5A4CCCA5-450F-4BCD-9EBD-CDC34DA87434}" dt="2023-08-27T03:06:54.624" v="218" actId="478"/>
          <ac:picMkLst>
            <pc:docMk/>
            <pc:sldMk cId="1192227364" sldId="266"/>
            <ac:picMk id="7" creationId="{429801C4-42A6-4D48-81D8-86E87F7B93A8}"/>
          </ac:picMkLst>
        </pc:picChg>
        <pc:picChg chg="add mod">
          <ac:chgData name="Zhao, Jie" userId="7be6526a-30ba-445c-b3a9-aabf2c8f5828" providerId="ADAL" clId="{5A4CCCA5-450F-4BCD-9EBD-CDC34DA87434}" dt="2023-08-27T03:08:10.467" v="241" actId="1076"/>
          <ac:picMkLst>
            <pc:docMk/>
            <pc:sldMk cId="1192227364" sldId="266"/>
            <ac:picMk id="8" creationId="{BC63B4D6-3190-9891-593E-0E5F470B51C9}"/>
          </ac:picMkLst>
        </pc:picChg>
      </pc:sldChg>
      <pc:sldChg chg="addSp delSp modSp mod">
        <pc:chgData name="Zhao, Jie" userId="7be6526a-30ba-445c-b3a9-aabf2c8f5828" providerId="ADAL" clId="{5A4CCCA5-450F-4BCD-9EBD-CDC34DA87434}" dt="2023-08-27T03:12:22.535" v="302" actId="1076"/>
        <pc:sldMkLst>
          <pc:docMk/>
          <pc:sldMk cId="1710609153" sldId="267"/>
        </pc:sldMkLst>
        <pc:spChg chg="add del mod">
          <ac:chgData name="Zhao, Jie" userId="7be6526a-30ba-445c-b3a9-aabf2c8f5828" providerId="ADAL" clId="{5A4CCCA5-450F-4BCD-9EBD-CDC34DA87434}" dt="2023-08-27T03:09:10.072" v="252" actId="47"/>
          <ac:spMkLst>
            <pc:docMk/>
            <pc:sldMk cId="1710609153" sldId="267"/>
            <ac:spMk id="2" creationId="{51DBD8B4-E34F-FB01-3D94-BE04ACB90657}"/>
          </ac:spMkLst>
        </pc:spChg>
        <pc:spChg chg="add del mod">
          <ac:chgData name="Zhao, Jie" userId="7be6526a-30ba-445c-b3a9-aabf2c8f5828" providerId="ADAL" clId="{5A4CCCA5-450F-4BCD-9EBD-CDC34DA87434}" dt="2023-08-27T03:09:47.326" v="254"/>
          <ac:spMkLst>
            <pc:docMk/>
            <pc:sldMk cId="1710609153" sldId="267"/>
            <ac:spMk id="3" creationId="{25EE4F66-3ABD-C192-C313-92F68DADEB61}"/>
          </ac:spMkLst>
        </pc:spChg>
        <pc:spChg chg="add mod">
          <ac:chgData name="Zhao, Jie" userId="7be6526a-30ba-445c-b3a9-aabf2c8f5828" providerId="ADAL" clId="{5A4CCCA5-450F-4BCD-9EBD-CDC34DA87434}" dt="2023-08-27T03:12:22.535" v="302" actId="1076"/>
          <ac:spMkLst>
            <pc:docMk/>
            <pc:sldMk cId="1710609153" sldId="267"/>
            <ac:spMk id="6" creationId="{F1B67C64-4B1B-C3DC-46B8-0A25B1BE2D53}"/>
          </ac:spMkLst>
        </pc:spChg>
        <pc:picChg chg="add mod">
          <ac:chgData name="Zhao, Jie" userId="7be6526a-30ba-445c-b3a9-aabf2c8f5828" providerId="ADAL" clId="{5A4CCCA5-450F-4BCD-9EBD-CDC34DA87434}" dt="2023-08-27T03:11:05.430" v="265" actId="1076"/>
          <ac:picMkLst>
            <pc:docMk/>
            <pc:sldMk cId="1710609153" sldId="267"/>
            <ac:picMk id="5" creationId="{1155CCA4-AD59-9616-F2E8-72F321ADE04E}"/>
          </ac:picMkLst>
        </pc:picChg>
        <pc:picChg chg="del mod">
          <ac:chgData name="Zhao, Jie" userId="7be6526a-30ba-445c-b3a9-aabf2c8f5828" providerId="ADAL" clId="{5A4CCCA5-450F-4BCD-9EBD-CDC34DA87434}" dt="2023-08-27T03:08:54.443" v="245" actId="478"/>
          <ac:picMkLst>
            <pc:docMk/>
            <pc:sldMk cId="1710609153" sldId="267"/>
            <ac:picMk id="7" creationId="{63D50951-0488-49A2-A92D-1CC9C362464E}"/>
          </ac:picMkLst>
        </pc:picChg>
      </pc:sldChg>
      <pc:sldChg chg="addSp delSp modSp mod">
        <pc:chgData name="Zhao, Jie" userId="7be6526a-30ba-445c-b3a9-aabf2c8f5828" providerId="ADAL" clId="{5A4CCCA5-450F-4BCD-9EBD-CDC34DA87434}" dt="2023-08-27T03:14:02.006" v="323" actId="1076"/>
        <pc:sldMkLst>
          <pc:docMk/>
          <pc:sldMk cId="2202845043" sldId="268"/>
        </pc:sldMkLst>
        <pc:spChg chg="add mod">
          <ac:chgData name="Zhao, Jie" userId="7be6526a-30ba-445c-b3a9-aabf2c8f5828" providerId="ADAL" clId="{5A4CCCA5-450F-4BCD-9EBD-CDC34DA87434}" dt="2023-08-27T03:12:52.831" v="305"/>
          <ac:spMkLst>
            <pc:docMk/>
            <pc:sldMk cId="2202845043" sldId="268"/>
            <ac:spMk id="2" creationId="{2C2F7B08-75EC-17F4-03E7-8EFB0C220E92}"/>
          </ac:spMkLst>
        </pc:spChg>
        <pc:spChg chg="add mod">
          <ac:chgData name="Zhao, Jie" userId="7be6526a-30ba-445c-b3a9-aabf2c8f5828" providerId="ADAL" clId="{5A4CCCA5-450F-4BCD-9EBD-CDC34DA87434}" dt="2023-08-27T03:14:02.006" v="323" actId="1076"/>
          <ac:spMkLst>
            <pc:docMk/>
            <pc:sldMk cId="2202845043" sldId="268"/>
            <ac:spMk id="3" creationId="{85C8318F-AAAA-E060-466F-E63A1D93E85F}"/>
          </ac:spMkLst>
        </pc:spChg>
        <pc:picChg chg="del">
          <ac:chgData name="Zhao, Jie" userId="7be6526a-30ba-445c-b3a9-aabf2c8f5828" providerId="ADAL" clId="{5A4CCCA5-450F-4BCD-9EBD-CDC34DA87434}" dt="2023-08-27T03:12:35.249" v="303" actId="478"/>
          <ac:picMkLst>
            <pc:docMk/>
            <pc:sldMk cId="2202845043" sldId="268"/>
            <ac:picMk id="7" creationId="{7E566D1A-1059-4524-A00E-5855911C2F2C}"/>
          </ac:picMkLst>
        </pc:picChg>
      </pc:sldChg>
      <pc:sldChg chg="addSp delSp modSp mod">
        <pc:chgData name="Zhao, Jie" userId="7be6526a-30ba-445c-b3a9-aabf2c8f5828" providerId="ADAL" clId="{5A4CCCA5-450F-4BCD-9EBD-CDC34DA87434}" dt="2023-08-27T03:15:18.490" v="336" actId="6549"/>
        <pc:sldMkLst>
          <pc:docMk/>
          <pc:sldMk cId="3365004106" sldId="269"/>
        </pc:sldMkLst>
        <pc:spChg chg="mod">
          <ac:chgData name="Zhao, Jie" userId="7be6526a-30ba-445c-b3a9-aabf2c8f5828" providerId="ADAL" clId="{5A4CCCA5-450F-4BCD-9EBD-CDC34DA87434}" dt="2023-08-27T03:14:17.797" v="325" actId="27636"/>
          <ac:spMkLst>
            <pc:docMk/>
            <pc:sldMk cId="3365004106" sldId="269"/>
            <ac:spMk id="2" creationId="{C93848F5-1552-4316-ADB3-4EE4924B6477}"/>
          </ac:spMkLst>
        </pc:spChg>
        <pc:spChg chg="add mod">
          <ac:chgData name="Zhao, Jie" userId="7be6526a-30ba-445c-b3a9-aabf2c8f5828" providerId="ADAL" clId="{5A4CCCA5-450F-4BCD-9EBD-CDC34DA87434}" dt="2023-08-27T03:15:18.490" v="336" actId="6549"/>
          <ac:spMkLst>
            <pc:docMk/>
            <pc:sldMk cId="3365004106" sldId="269"/>
            <ac:spMk id="3" creationId="{040927E3-4180-FF10-F29C-B4CF8367706B}"/>
          </ac:spMkLst>
        </pc:spChg>
        <pc:picChg chg="del">
          <ac:chgData name="Zhao, Jie" userId="7be6526a-30ba-445c-b3a9-aabf2c8f5828" providerId="ADAL" clId="{5A4CCCA5-450F-4BCD-9EBD-CDC34DA87434}" dt="2023-08-27T03:14:19.824" v="326" actId="478"/>
          <ac:picMkLst>
            <pc:docMk/>
            <pc:sldMk cId="3365004106" sldId="269"/>
            <ac:picMk id="5" creationId="{074D8EAE-D10F-433D-9F30-3CC4004165F0}"/>
          </ac:picMkLst>
        </pc:picChg>
      </pc:sldChg>
      <pc:sldChg chg="delSp del mod">
        <pc:chgData name="Zhao, Jie" userId="7be6526a-30ba-445c-b3a9-aabf2c8f5828" providerId="ADAL" clId="{5A4CCCA5-450F-4BCD-9EBD-CDC34DA87434}" dt="2023-08-27T03:15:40.498" v="338" actId="47"/>
        <pc:sldMkLst>
          <pc:docMk/>
          <pc:sldMk cId="1893564140" sldId="270"/>
        </pc:sldMkLst>
        <pc:picChg chg="del">
          <ac:chgData name="Zhao, Jie" userId="7be6526a-30ba-445c-b3a9-aabf2c8f5828" providerId="ADAL" clId="{5A4CCCA5-450F-4BCD-9EBD-CDC34DA87434}" dt="2023-08-27T03:15:36.353" v="337" actId="478"/>
          <ac:picMkLst>
            <pc:docMk/>
            <pc:sldMk cId="1893564140" sldId="270"/>
            <ac:picMk id="5" creationId="{BC1D6BCC-6632-4657-9B0E-3AE407E46767}"/>
          </ac:picMkLst>
        </pc:picChg>
      </pc:sldChg>
      <pc:sldChg chg="del">
        <pc:chgData name="Zhao, Jie" userId="7be6526a-30ba-445c-b3a9-aabf2c8f5828" providerId="ADAL" clId="{5A4CCCA5-450F-4BCD-9EBD-CDC34DA87434}" dt="2023-08-27T03:21:17.637" v="384" actId="47"/>
        <pc:sldMkLst>
          <pc:docMk/>
          <pc:sldMk cId="1056748361" sldId="272"/>
        </pc:sldMkLst>
      </pc:sldChg>
      <pc:sldChg chg="del">
        <pc:chgData name="Zhao, Jie" userId="7be6526a-30ba-445c-b3a9-aabf2c8f5828" providerId="ADAL" clId="{5A4CCCA5-450F-4BCD-9EBD-CDC34DA87434}" dt="2023-08-27T03:21:18.533" v="385" actId="47"/>
        <pc:sldMkLst>
          <pc:docMk/>
          <pc:sldMk cId="1229067527" sldId="273"/>
        </pc:sldMkLst>
      </pc:sldChg>
      <pc:sldChg chg="add del">
        <pc:chgData name="Zhao, Jie" userId="7be6526a-30ba-445c-b3a9-aabf2c8f5828" providerId="ADAL" clId="{5A4CCCA5-450F-4BCD-9EBD-CDC34DA87434}" dt="2023-08-27T03:22:22.625" v="401" actId="47"/>
        <pc:sldMkLst>
          <pc:docMk/>
          <pc:sldMk cId="762172599" sldId="274"/>
        </pc:sldMkLst>
      </pc:sldChg>
      <pc:sldChg chg="add del">
        <pc:chgData name="Zhao, Jie" userId="7be6526a-30ba-445c-b3a9-aabf2c8f5828" providerId="ADAL" clId="{5A4CCCA5-450F-4BCD-9EBD-CDC34DA87434}" dt="2023-08-27T03:22:22.625" v="401" actId="47"/>
        <pc:sldMkLst>
          <pc:docMk/>
          <pc:sldMk cId="2987660880" sldId="275"/>
        </pc:sldMkLst>
      </pc:sldChg>
      <pc:sldChg chg="add del">
        <pc:chgData name="Zhao, Jie" userId="7be6526a-30ba-445c-b3a9-aabf2c8f5828" providerId="ADAL" clId="{5A4CCCA5-450F-4BCD-9EBD-CDC34DA87434}" dt="2023-08-27T03:22:22.625" v="401" actId="47"/>
        <pc:sldMkLst>
          <pc:docMk/>
          <pc:sldMk cId="1729920591" sldId="276"/>
        </pc:sldMkLst>
      </pc:sldChg>
      <pc:sldChg chg="add del">
        <pc:chgData name="Zhao, Jie" userId="7be6526a-30ba-445c-b3a9-aabf2c8f5828" providerId="ADAL" clId="{5A4CCCA5-450F-4BCD-9EBD-CDC34DA87434}" dt="2023-08-27T03:22:22.625" v="401" actId="47"/>
        <pc:sldMkLst>
          <pc:docMk/>
          <pc:sldMk cId="1187302016" sldId="277"/>
        </pc:sldMkLst>
      </pc:sldChg>
      <pc:sldChg chg="addSp modSp mod">
        <pc:chgData name="Zhao, Jie" userId="7be6526a-30ba-445c-b3a9-aabf2c8f5828" providerId="ADAL" clId="{5A4CCCA5-450F-4BCD-9EBD-CDC34DA87434}" dt="2023-08-27T02:53:49.355" v="70" actId="1076"/>
        <pc:sldMkLst>
          <pc:docMk/>
          <pc:sldMk cId="3760905314" sldId="281"/>
        </pc:sldMkLst>
        <pc:spChg chg="mod">
          <ac:chgData name="Zhao, Jie" userId="7be6526a-30ba-445c-b3a9-aabf2c8f5828" providerId="ADAL" clId="{5A4CCCA5-450F-4BCD-9EBD-CDC34DA87434}" dt="2023-08-27T02:52:33.348" v="45" actId="1076"/>
          <ac:spMkLst>
            <pc:docMk/>
            <pc:sldMk cId="3760905314" sldId="281"/>
            <ac:spMk id="2" creationId="{C93848F5-1552-4316-ADB3-4EE4924B6477}"/>
          </ac:spMkLst>
        </pc:spChg>
        <pc:spChg chg="mod">
          <ac:chgData name="Zhao, Jie" userId="7be6526a-30ba-445c-b3a9-aabf2c8f5828" providerId="ADAL" clId="{5A4CCCA5-450F-4BCD-9EBD-CDC34DA87434}" dt="2023-08-27T02:53:49.355" v="70" actId="1076"/>
          <ac:spMkLst>
            <pc:docMk/>
            <pc:sldMk cId="3760905314" sldId="281"/>
            <ac:spMk id="3" creationId="{2C5DF914-4B40-4A23-8AAC-9CFE7F215ACD}"/>
          </ac:spMkLst>
        </pc:spChg>
        <pc:picChg chg="add mod">
          <ac:chgData name="Zhao, Jie" userId="7be6526a-30ba-445c-b3a9-aabf2c8f5828" providerId="ADAL" clId="{5A4CCCA5-450F-4BCD-9EBD-CDC34DA87434}" dt="2023-08-27T02:53:46.827" v="69" actId="1076"/>
          <ac:picMkLst>
            <pc:docMk/>
            <pc:sldMk cId="3760905314" sldId="281"/>
            <ac:picMk id="5" creationId="{02506DBB-A75A-EBA3-40AA-0A8BB30C8978}"/>
          </ac:picMkLst>
        </pc:picChg>
      </pc:sldChg>
      <pc:sldChg chg="modSp add mod">
        <pc:chgData name="Zhao, Jie" userId="7be6526a-30ba-445c-b3a9-aabf2c8f5828" providerId="ADAL" clId="{5A4CCCA5-450F-4BCD-9EBD-CDC34DA87434}" dt="2023-08-27T03:17:07.417" v="352" actId="15"/>
        <pc:sldMkLst>
          <pc:docMk/>
          <pc:sldMk cId="1372093517" sldId="282"/>
        </pc:sldMkLst>
        <pc:spChg chg="mod">
          <ac:chgData name="Zhao, Jie" userId="7be6526a-30ba-445c-b3a9-aabf2c8f5828" providerId="ADAL" clId="{5A4CCCA5-450F-4BCD-9EBD-CDC34DA87434}" dt="2023-08-27T03:15:53.238" v="340"/>
          <ac:spMkLst>
            <pc:docMk/>
            <pc:sldMk cId="1372093517" sldId="282"/>
            <ac:spMk id="2" creationId="{C93848F5-1552-4316-ADB3-4EE4924B6477}"/>
          </ac:spMkLst>
        </pc:spChg>
        <pc:spChg chg="mod">
          <ac:chgData name="Zhao, Jie" userId="7be6526a-30ba-445c-b3a9-aabf2c8f5828" providerId="ADAL" clId="{5A4CCCA5-450F-4BCD-9EBD-CDC34DA87434}" dt="2023-08-27T03:17:07.417" v="352" actId="15"/>
          <ac:spMkLst>
            <pc:docMk/>
            <pc:sldMk cId="1372093517" sldId="282"/>
            <ac:spMk id="3" creationId="{040927E3-4180-FF10-F29C-B4CF8367706B}"/>
          </ac:spMkLst>
        </pc:spChg>
      </pc:sldChg>
      <pc:sldChg chg="modSp add del mod">
        <pc:chgData name="Zhao, Jie" userId="7be6526a-30ba-445c-b3a9-aabf2c8f5828" providerId="ADAL" clId="{5A4CCCA5-450F-4BCD-9EBD-CDC34DA87434}" dt="2023-08-27T03:21:35.224" v="392" actId="47"/>
        <pc:sldMkLst>
          <pc:docMk/>
          <pc:sldMk cId="2631880895" sldId="283"/>
        </pc:sldMkLst>
        <pc:spChg chg="mod">
          <ac:chgData name="Zhao, Jie" userId="7be6526a-30ba-445c-b3a9-aabf2c8f5828" providerId="ADAL" clId="{5A4CCCA5-450F-4BCD-9EBD-CDC34DA87434}" dt="2023-08-27T03:17:50.840" v="354"/>
          <ac:spMkLst>
            <pc:docMk/>
            <pc:sldMk cId="2631880895" sldId="283"/>
            <ac:spMk id="2" creationId="{C93848F5-1552-4316-ADB3-4EE4924B6477}"/>
          </ac:spMkLst>
        </pc:spChg>
        <pc:spChg chg="mod">
          <ac:chgData name="Zhao, Jie" userId="7be6526a-30ba-445c-b3a9-aabf2c8f5828" providerId="ADAL" clId="{5A4CCCA5-450F-4BCD-9EBD-CDC34DA87434}" dt="2023-08-27T03:18:08.370" v="356" actId="122"/>
          <ac:spMkLst>
            <pc:docMk/>
            <pc:sldMk cId="2631880895" sldId="283"/>
            <ac:spMk id="3" creationId="{040927E3-4180-FF10-F29C-B4CF8367706B}"/>
          </ac:spMkLst>
        </pc:spChg>
      </pc:sldChg>
      <pc:sldChg chg="addSp delSp modSp add del mod">
        <pc:chgData name="Zhao, Jie" userId="7be6526a-30ba-445c-b3a9-aabf2c8f5828" providerId="ADAL" clId="{5A4CCCA5-450F-4BCD-9EBD-CDC34DA87434}" dt="2023-08-27T03:22:12.646" v="400" actId="1076"/>
        <pc:sldMkLst>
          <pc:docMk/>
          <pc:sldMk cId="3121208546" sldId="284"/>
        </pc:sldMkLst>
        <pc:spChg chg="mod">
          <ac:chgData name="Zhao, Jie" userId="7be6526a-30ba-445c-b3a9-aabf2c8f5828" providerId="ADAL" clId="{5A4CCCA5-450F-4BCD-9EBD-CDC34DA87434}" dt="2023-08-27T03:21:03.186" v="383" actId="1076"/>
          <ac:spMkLst>
            <pc:docMk/>
            <pc:sldMk cId="3121208546" sldId="284"/>
            <ac:spMk id="2" creationId="{C93848F5-1552-4316-ADB3-4EE4924B6477}"/>
          </ac:spMkLst>
        </pc:spChg>
        <pc:spChg chg="mod">
          <ac:chgData name="Zhao, Jie" userId="7be6526a-30ba-445c-b3a9-aabf2c8f5828" providerId="ADAL" clId="{5A4CCCA5-450F-4BCD-9EBD-CDC34DA87434}" dt="2023-08-27T03:19:29.399" v="374" actId="1076"/>
          <ac:spMkLst>
            <pc:docMk/>
            <pc:sldMk cId="3121208546" sldId="284"/>
            <ac:spMk id="3" creationId="{040927E3-4180-FF10-F29C-B4CF8367706B}"/>
          </ac:spMkLst>
        </pc:spChg>
        <pc:picChg chg="add mod">
          <ac:chgData name="Zhao, Jie" userId="7be6526a-30ba-445c-b3a9-aabf2c8f5828" providerId="ADAL" clId="{5A4CCCA5-450F-4BCD-9EBD-CDC34DA87434}" dt="2023-08-27T03:20:50.820" v="382" actId="1076"/>
          <ac:picMkLst>
            <pc:docMk/>
            <pc:sldMk cId="3121208546" sldId="284"/>
            <ac:picMk id="5" creationId="{05495B09-25BB-528F-1436-0588579BCEB3}"/>
          </ac:picMkLst>
        </pc:picChg>
        <pc:picChg chg="add mod">
          <ac:chgData name="Zhao, Jie" userId="7be6526a-30ba-445c-b3a9-aabf2c8f5828" providerId="ADAL" clId="{5A4CCCA5-450F-4BCD-9EBD-CDC34DA87434}" dt="2023-08-27T03:20:47.409" v="381" actId="1076"/>
          <ac:picMkLst>
            <pc:docMk/>
            <pc:sldMk cId="3121208546" sldId="284"/>
            <ac:picMk id="7" creationId="{430EB840-73AC-7A83-16BB-D1A2E3999F6A}"/>
          </ac:picMkLst>
        </pc:picChg>
        <pc:picChg chg="add del mod">
          <ac:chgData name="Zhao, Jie" userId="7be6526a-30ba-445c-b3a9-aabf2c8f5828" providerId="ADAL" clId="{5A4CCCA5-450F-4BCD-9EBD-CDC34DA87434}" dt="2023-08-27T03:22:06.220" v="398" actId="478"/>
          <ac:picMkLst>
            <pc:docMk/>
            <pc:sldMk cId="3121208546" sldId="284"/>
            <ac:picMk id="9" creationId="{0DEA93B9-9863-E229-A4F6-A377FFE6FB54}"/>
          </ac:picMkLst>
        </pc:picChg>
        <pc:picChg chg="add mod">
          <ac:chgData name="Zhao, Jie" userId="7be6526a-30ba-445c-b3a9-aabf2c8f5828" providerId="ADAL" clId="{5A4CCCA5-450F-4BCD-9EBD-CDC34DA87434}" dt="2023-08-27T03:22:12.646" v="400" actId="1076"/>
          <ac:picMkLst>
            <pc:docMk/>
            <pc:sldMk cId="3121208546" sldId="284"/>
            <ac:picMk id="11" creationId="{E91EBC51-4186-9EDB-7F7D-54A7252D442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E94F02-DFE8-47F5-999D-4D065381BD97}" type="datetimeFigureOut">
              <a:rPr lang="en-US" smtClean="0"/>
              <a:t>2/24/2025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9532FC-0C26-41ED-91C4-2A1C58AE2C83}" type="slidenum">
              <a:rPr lang="en-US" smtClean="0"/>
              <a:t>‹#›</a:t>
            </a:fld>
            <a:endParaRPr lang="en-US"/>
          </a:p>
        </p:txBody>
      </p:sp>
    </p:spTree>
    <p:extLst>
      <p:ext uri="{BB962C8B-B14F-4D97-AF65-F5344CB8AC3E}">
        <p14:creationId xmlns:p14="http://schemas.microsoft.com/office/powerpoint/2010/main" val="1653007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58CFA-34B8-4985-9EBD-3480D5E1D8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433D6D-E622-4C3B-9F70-ED49553B91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5B9800-BBE3-43F3-954C-1BE89C95AF77}"/>
              </a:ext>
            </a:extLst>
          </p:cNvPr>
          <p:cNvSpPr>
            <a:spLocks noGrp="1"/>
          </p:cNvSpPr>
          <p:nvPr>
            <p:ph type="dt" sz="half" idx="10"/>
          </p:nvPr>
        </p:nvSpPr>
        <p:spPr/>
        <p:txBody>
          <a:bodyPr/>
          <a:lstStyle/>
          <a:p>
            <a:fld id="{5701B579-BE22-4365-9624-3AE1F352F1A7}" type="datetimeFigureOut">
              <a:rPr lang="en-US" smtClean="0"/>
              <a:t>2/24/2025</a:t>
            </a:fld>
            <a:endParaRPr lang="en-US"/>
          </a:p>
        </p:txBody>
      </p:sp>
      <p:sp>
        <p:nvSpPr>
          <p:cNvPr id="5" name="Footer Placeholder 4">
            <a:extLst>
              <a:ext uri="{FF2B5EF4-FFF2-40B4-BE49-F238E27FC236}">
                <a16:creationId xmlns:a16="http://schemas.microsoft.com/office/drawing/2014/main" id="{4549448D-A783-4933-8C87-202B908B19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7A539E-77FB-4784-8F48-40A6E10C521F}"/>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65618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45774-D8FB-4609-AAE6-9DFB9337B9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28BC86-19DE-433A-AC72-8E6E8A93B7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DFEAE9-538F-4540-99B2-F94BBB0C3D78}"/>
              </a:ext>
            </a:extLst>
          </p:cNvPr>
          <p:cNvSpPr>
            <a:spLocks noGrp="1"/>
          </p:cNvSpPr>
          <p:nvPr>
            <p:ph type="dt" sz="half" idx="10"/>
          </p:nvPr>
        </p:nvSpPr>
        <p:spPr/>
        <p:txBody>
          <a:bodyPr/>
          <a:lstStyle/>
          <a:p>
            <a:fld id="{5701B579-BE22-4365-9624-3AE1F352F1A7}" type="datetimeFigureOut">
              <a:rPr lang="en-US" smtClean="0"/>
              <a:t>2/24/2025</a:t>
            </a:fld>
            <a:endParaRPr lang="en-US"/>
          </a:p>
        </p:txBody>
      </p:sp>
      <p:sp>
        <p:nvSpPr>
          <p:cNvPr id="5" name="Footer Placeholder 4">
            <a:extLst>
              <a:ext uri="{FF2B5EF4-FFF2-40B4-BE49-F238E27FC236}">
                <a16:creationId xmlns:a16="http://schemas.microsoft.com/office/drawing/2014/main" id="{0A00FA06-A552-48E9-984C-063D235291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1CB287-478F-4020-BBF4-AE2612E417F8}"/>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897582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65F8E-D378-48F1-982D-606B3160FF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2194D5D-2E6F-4291-B1C6-BBFC0323C9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1AAFD2-28C6-455D-AE60-B9D724863CD9}"/>
              </a:ext>
            </a:extLst>
          </p:cNvPr>
          <p:cNvSpPr>
            <a:spLocks noGrp="1"/>
          </p:cNvSpPr>
          <p:nvPr>
            <p:ph type="dt" sz="half" idx="10"/>
          </p:nvPr>
        </p:nvSpPr>
        <p:spPr/>
        <p:txBody>
          <a:bodyPr/>
          <a:lstStyle/>
          <a:p>
            <a:fld id="{5701B579-BE22-4365-9624-3AE1F352F1A7}" type="datetimeFigureOut">
              <a:rPr lang="en-US" smtClean="0"/>
              <a:t>2/24/2025</a:t>
            </a:fld>
            <a:endParaRPr lang="en-US"/>
          </a:p>
        </p:txBody>
      </p:sp>
      <p:sp>
        <p:nvSpPr>
          <p:cNvPr id="5" name="Footer Placeholder 4">
            <a:extLst>
              <a:ext uri="{FF2B5EF4-FFF2-40B4-BE49-F238E27FC236}">
                <a16:creationId xmlns:a16="http://schemas.microsoft.com/office/drawing/2014/main" id="{7F662756-894F-46FE-B4D3-4C37074401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5C601B-7763-446C-9DC5-9ACF5EE9B233}"/>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59983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285D5-4A70-4523-8C56-7A2F63097D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B50669-8B6D-4573-A65D-5723BE7B81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926AA6-27C3-4956-B4F9-B51F02240F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FCADE07-F788-4954-AC59-F7BCCAD825DE}"/>
              </a:ext>
            </a:extLst>
          </p:cNvPr>
          <p:cNvSpPr>
            <a:spLocks noGrp="1"/>
          </p:cNvSpPr>
          <p:nvPr>
            <p:ph type="dt" sz="half" idx="10"/>
          </p:nvPr>
        </p:nvSpPr>
        <p:spPr/>
        <p:txBody>
          <a:bodyPr/>
          <a:lstStyle/>
          <a:p>
            <a:fld id="{5701B579-BE22-4365-9624-3AE1F352F1A7}" type="datetimeFigureOut">
              <a:rPr lang="en-US" smtClean="0"/>
              <a:t>2/24/2025</a:t>
            </a:fld>
            <a:endParaRPr lang="en-US"/>
          </a:p>
        </p:txBody>
      </p:sp>
      <p:sp>
        <p:nvSpPr>
          <p:cNvPr id="6" name="Footer Placeholder 5">
            <a:extLst>
              <a:ext uri="{FF2B5EF4-FFF2-40B4-BE49-F238E27FC236}">
                <a16:creationId xmlns:a16="http://schemas.microsoft.com/office/drawing/2014/main" id="{D4CEA43F-F602-40EE-B21F-DC7E68CD6E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3D1C2A-9F62-4A54-96AE-3DAD48234391}"/>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578375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693E4-29D2-4052-9C0C-2B12FB9F04A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A1864E-EDC6-4F4B-90E2-73414CCE86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208338-D4D6-46C1-A40B-EBAFA05859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076AB0C-3D87-4B28-A144-FBE1D0F6FE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0639F3-6EB4-4B92-AE38-D411C1AA3A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1005A4-0514-429B-9362-4434E7932694}"/>
              </a:ext>
            </a:extLst>
          </p:cNvPr>
          <p:cNvSpPr>
            <a:spLocks noGrp="1"/>
          </p:cNvSpPr>
          <p:nvPr>
            <p:ph type="dt" sz="half" idx="10"/>
          </p:nvPr>
        </p:nvSpPr>
        <p:spPr/>
        <p:txBody>
          <a:bodyPr/>
          <a:lstStyle/>
          <a:p>
            <a:fld id="{5701B579-BE22-4365-9624-3AE1F352F1A7}" type="datetimeFigureOut">
              <a:rPr lang="en-US" smtClean="0"/>
              <a:t>2/24/2025</a:t>
            </a:fld>
            <a:endParaRPr lang="en-US"/>
          </a:p>
        </p:txBody>
      </p:sp>
      <p:sp>
        <p:nvSpPr>
          <p:cNvPr id="8" name="Footer Placeholder 7">
            <a:extLst>
              <a:ext uri="{FF2B5EF4-FFF2-40B4-BE49-F238E27FC236}">
                <a16:creationId xmlns:a16="http://schemas.microsoft.com/office/drawing/2014/main" id="{41B49C01-7B53-435D-82F7-A1316279CD4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2674F3-601B-4FAC-913E-6356AB82DE52}"/>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83746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8F530-2DDE-4090-B9BA-4E706FE890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24B356-E78B-4416-98FE-2C17AE157F2B}"/>
              </a:ext>
            </a:extLst>
          </p:cNvPr>
          <p:cNvSpPr>
            <a:spLocks noGrp="1"/>
          </p:cNvSpPr>
          <p:nvPr>
            <p:ph type="dt" sz="half" idx="10"/>
          </p:nvPr>
        </p:nvSpPr>
        <p:spPr/>
        <p:txBody>
          <a:bodyPr/>
          <a:lstStyle/>
          <a:p>
            <a:fld id="{5701B579-BE22-4365-9624-3AE1F352F1A7}" type="datetimeFigureOut">
              <a:rPr lang="en-US" smtClean="0"/>
              <a:t>2/24/2025</a:t>
            </a:fld>
            <a:endParaRPr lang="en-US"/>
          </a:p>
        </p:txBody>
      </p:sp>
      <p:sp>
        <p:nvSpPr>
          <p:cNvPr id="4" name="Footer Placeholder 3">
            <a:extLst>
              <a:ext uri="{FF2B5EF4-FFF2-40B4-BE49-F238E27FC236}">
                <a16:creationId xmlns:a16="http://schemas.microsoft.com/office/drawing/2014/main" id="{C15593D8-810C-4035-B5ED-80F9BF0D3A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DF55571-D054-48D1-8803-ADE847A65361}"/>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3453847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7BE268-32AF-41F1-B9BF-76444776383A}"/>
              </a:ext>
            </a:extLst>
          </p:cNvPr>
          <p:cNvSpPr>
            <a:spLocks noGrp="1"/>
          </p:cNvSpPr>
          <p:nvPr>
            <p:ph type="dt" sz="half" idx="10"/>
          </p:nvPr>
        </p:nvSpPr>
        <p:spPr/>
        <p:txBody>
          <a:bodyPr/>
          <a:lstStyle/>
          <a:p>
            <a:fld id="{5701B579-BE22-4365-9624-3AE1F352F1A7}" type="datetimeFigureOut">
              <a:rPr lang="en-US" smtClean="0"/>
              <a:t>2/24/2025</a:t>
            </a:fld>
            <a:endParaRPr lang="en-US"/>
          </a:p>
        </p:txBody>
      </p:sp>
      <p:sp>
        <p:nvSpPr>
          <p:cNvPr id="3" name="Footer Placeholder 2">
            <a:extLst>
              <a:ext uri="{FF2B5EF4-FFF2-40B4-BE49-F238E27FC236}">
                <a16:creationId xmlns:a16="http://schemas.microsoft.com/office/drawing/2014/main" id="{CF581429-1463-423B-A364-3007974280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1A6839-CB05-4AB6-92C3-597FE9B6E568}"/>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876207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70436-DB2A-48F1-B027-49BF16EC76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E8BF08-10D0-4FEE-BD95-9FDFBA2FF0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AA3EEA-BC06-42DA-89F3-9E0D2161B0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35DFBF-2A0A-4BBC-A7A2-C761EAFD3E8C}"/>
              </a:ext>
            </a:extLst>
          </p:cNvPr>
          <p:cNvSpPr>
            <a:spLocks noGrp="1"/>
          </p:cNvSpPr>
          <p:nvPr>
            <p:ph type="dt" sz="half" idx="10"/>
          </p:nvPr>
        </p:nvSpPr>
        <p:spPr/>
        <p:txBody>
          <a:bodyPr/>
          <a:lstStyle/>
          <a:p>
            <a:fld id="{5701B579-BE22-4365-9624-3AE1F352F1A7}" type="datetimeFigureOut">
              <a:rPr lang="en-US" smtClean="0"/>
              <a:t>2/24/2025</a:t>
            </a:fld>
            <a:endParaRPr lang="en-US"/>
          </a:p>
        </p:txBody>
      </p:sp>
      <p:sp>
        <p:nvSpPr>
          <p:cNvPr id="6" name="Footer Placeholder 5">
            <a:extLst>
              <a:ext uri="{FF2B5EF4-FFF2-40B4-BE49-F238E27FC236}">
                <a16:creationId xmlns:a16="http://schemas.microsoft.com/office/drawing/2014/main" id="{34E032EE-DBDF-4DD6-B09C-98EFBACD07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0F9592-0DF4-4888-A204-38DA63D36B25}"/>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253836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C96FA-1210-4D0E-9505-D51795E072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A255D6-880E-44DA-919F-3FCF13B52C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FC7E01-C6FB-46A7-A74A-898E5820E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4E34C9-0AC3-43C3-A654-3FC0164AC92B}"/>
              </a:ext>
            </a:extLst>
          </p:cNvPr>
          <p:cNvSpPr>
            <a:spLocks noGrp="1"/>
          </p:cNvSpPr>
          <p:nvPr>
            <p:ph type="dt" sz="half" idx="10"/>
          </p:nvPr>
        </p:nvSpPr>
        <p:spPr/>
        <p:txBody>
          <a:bodyPr/>
          <a:lstStyle/>
          <a:p>
            <a:fld id="{5701B579-BE22-4365-9624-3AE1F352F1A7}" type="datetimeFigureOut">
              <a:rPr lang="en-US" smtClean="0"/>
              <a:t>2/24/2025</a:t>
            </a:fld>
            <a:endParaRPr lang="en-US"/>
          </a:p>
        </p:txBody>
      </p:sp>
      <p:sp>
        <p:nvSpPr>
          <p:cNvPr id="6" name="Footer Placeholder 5">
            <a:extLst>
              <a:ext uri="{FF2B5EF4-FFF2-40B4-BE49-F238E27FC236}">
                <a16:creationId xmlns:a16="http://schemas.microsoft.com/office/drawing/2014/main" id="{23447480-0FFC-41C2-88A2-0A21C72635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0F4567-0817-4CF6-BD05-B1BDEA799552}"/>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85117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300B9-FC21-406B-B5FA-B60B7DC900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496599-23BC-425D-8BD9-EE0D324D68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89C455-686D-48B4-8DAB-D94E33E0608A}"/>
              </a:ext>
            </a:extLst>
          </p:cNvPr>
          <p:cNvSpPr>
            <a:spLocks noGrp="1"/>
          </p:cNvSpPr>
          <p:nvPr>
            <p:ph type="dt" sz="half" idx="10"/>
          </p:nvPr>
        </p:nvSpPr>
        <p:spPr/>
        <p:txBody>
          <a:bodyPr/>
          <a:lstStyle/>
          <a:p>
            <a:fld id="{5701B579-BE22-4365-9624-3AE1F352F1A7}" type="datetimeFigureOut">
              <a:rPr lang="en-US" smtClean="0"/>
              <a:t>2/24/2025</a:t>
            </a:fld>
            <a:endParaRPr lang="en-US"/>
          </a:p>
        </p:txBody>
      </p:sp>
      <p:sp>
        <p:nvSpPr>
          <p:cNvPr id="5" name="Footer Placeholder 4">
            <a:extLst>
              <a:ext uri="{FF2B5EF4-FFF2-40B4-BE49-F238E27FC236}">
                <a16:creationId xmlns:a16="http://schemas.microsoft.com/office/drawing/2014/main" id="{63AD1942-3ED0-4931-A8CE-6D984F8390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AB5B99-3A43-477C-B42A-3C08D02D7574}"/>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956863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23F515-C31F-4273-9268-3D1EF4F6FB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4BF6F7-9F34-4BB4-8961-A8EDC9D82C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259CB1-7397-4C82-89C9-0693FB2910E9}"/>
              </a:ext>
            </a:extLst>
          </p:cNvPr>
          <p:cNvSpPr>
            <a:spLocks noGrp="1"/>
          </p:cNvSpPr>
          <p:nvPr>
            <p:ph type="dt" sz="half" idx="10"/>
          </p:nvPr>
        </p:nvSpPr>
        <p:spPr/>
        <p:txBody>
          <a:bodyPr/>
          <a:lstStyle/>
          <a:p>
            <a:fld id="{5701B579-BE22-4365-9624-3AE1F352F1A7}" type="datetimeFigureOut">
              <a:rPr lang="en-US" smtClean="0"/>
              <a:t>2/24/2025</a:t>
            </a:fld>
            <a:endParaRPr lang="en-US"/>
          </a:p>
        </p:txBody>
      </p:sp>
      <p:sp>
        <p:nvSpPr>
          <p:cNvPr id="5" name="Footer Placeholder 4">
            <a:extLst>
              <a:ext uri="{FF2B5EF4-FFF2-40B4-BE49-F238E27FC236}">
                <a16:creationId xmlns:a16="http://schemas.microsoft.com/office/drawing/2014/main" id="{5F201C97-2278-43A9-BE35-0AD6126551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15134C-7180-46A6-9627-AECEF8DCC93D}"/>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637311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F26403-82E5-42A1-9D17-51FB8924CA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0F3246-0D43-4E66-B320-0671607BF3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F15B71-0150-43A3-94BD-2B7D0897C0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01B579-BE22-4365-9624-3AE1F352F1A7}" type="datetimeFigureOut">
              <a:rPr lang="en-US" smtClean="0"/>
              <a:t>2/24/2025</a:t>
            </a:fld>
            <a:endParaRPr lang="en-US"/>
          </a:p>
        </p:txBody>
      </p:sp>
      <p:sp>
        <p:nvSpPr>
          <p:cNvPr id="5" name="Footer Placeholder 4">
            <a:extLst>
              <a:ext uri="{FF2B5EF4-FFF2-40B4-BE49-F238E27FC236}">
                <a16:creationId xmlns:a16="http://schemas.microsoft.com/office/drawing/2014/main" id="{E979B45D-F9D5-470F-9240-ABDE82EA29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7AC585F-DBFF-493F-8D4A-16FE923EEA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D7EF8F-CC04-49FF-99A7-DBE4E5B3B38F}" type="slidenum">
              <a:rPr lang="en-US" smtClean="0"/>
              <a:t>‹#›</a:t>
            </a:fld>
            <a:endParaRPr lang="en-US"/>
          </a:p>
        </p:txBody>
      </p:sp>
    </p:spTree>
    <p:extLst>
      <p:ext uri="{BB962C8B-B14F-4D97-AF65-F5344CB8AC3E}">
        <p14:creationId xmlns:p14="http://schemas.microsoft.com/office/powerpoint/2010/main" val="1848083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726434" y="4659359"/>
            <a:ext cx="9144000" cy="1655762"/>
          </a:xfrm>
        </p:spPr>
        <p:txBody>
          <a:bodyPr>
            <a:normAutofit/>
          </a:bodyPr>
          <a:lstStyle/>
          <a:p>
            <a:r>
              <a:rPr lang="en-US" dirty="0"/>
              <a:t>Topic: Lab Demo5 – Virtual Memory and Address Translation</a:t>
            </a:r>
          </a:p>
          <a:p>
            <a:r>
              <a:rPr lang="en-US" dirty="0"/>
              <a:t>Lecture: Dr. Zhao Jie</a:t>
            </a:r>
          </a:p>
          <a:p>
            <a:r>
              <a:rPr lang="en-US" dirty="0"/>
              <a:t>Date: 02/25/2025</a:t>
            </a:r>
          </a:p>
        </p:txBody>
      </p:sp>
      <p:pic>
        <p:nvPicPr>
          <p:cNvPr id="5" name="Picture 4">
            <a:extLst>
              <a:ext uri="{FF2B5EF4-FFF2-40B4-BE49-F238E27FC236}">
                <a16:creationId xmlns:a16="http://schemas.microsoft.com/office/drawing/2014/main" id="{22F60897-8669-4C6A-9213-A875ED3223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4450" y="237202"/>
            <a:ext cx="9967968" cy="4572000"/>
          </a:xfrm>
          <a:prstGeom prst="rect">
            <a:avLst/>
          </a:prstGeom>
        </p:spPr>
      </p:pic>
    </p:spTree>
    <p:extLst>
      <p:ext uri="{BB962C8B-B14F-4D97-AF65-F5344CB8AC3E}">
        <p14:creationId xmlns:p14="http://schemas.microsoft.com/office/powerpoint/2010/main" val="2199995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3800" dirty="0">
                <a:solidFill>
                  <a:srgbClr val="C00000"/>
                </a:solidFill>
              </a:rPr>
              <a:t>Virtual Memory– </a:t>
            </a:r>
            <a:r>
              <a:rPr lang="en-US" sz="3800" dirty="0" err="1">
                <a:solidFill>
                  <a:srgbClr val="C00000"/>
                </a:solidFill>
              </a:rPr>
              <a:t>mmap</a:t>
            </a:r>
            <a:r>
              <a:rPr lang="en-US" sz="3800" dirty="0">
                <a:solidFill>
                  <a:srgbClr val="C00000"/>
                </a:solidFill>
              </a:rPr>
              <a:t>( )</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665826" y="3047582"/>
            <a:ext cx="11137036" cy="3592915"/>
          </a:xfrm>
        </p:spPr>
        <p:txBody>
          <a:bodyPr>
            <a:noAutofit/>
          </a:bodyPr>
          <a:lstStyle/>
          <a:p>
            <a:pPr marL="342900" indent="-342900" algn="l">
              <a:lnSpc>
                <a:spcPct val="150000"/>
              </a:lnSpc>
              <a:buFont typeface="Arial" panose="020B0604020202020204" pitchFamily="34" charset="0"/>
              <a:buChar char="•"/>
            </a:pPr>
            <a:r>
              <a:rPr lang="en-US" sz="1800" dirty="0" err="1"/>
              <a:t>Func</a:t>
            </a:r>
            <a:r>
              <a:rPr lang="en-US" sz="1800" dirty="0"/>
              <a:t>: creates a new mapping in the virtual address space of the calling process.  </a:t>
            </a:r>
          </a:p>
          <a:p>
            <a:pPr marL="342900" indent="-342900" algn="l">
              <a:lnSpc>
                <a:spcPct val="150000"/>
              </a:lnSpc>
              <a:buFont typeface="Arial" panose="020B0604020202020204" pitchFamily="34" charset="0"/>
              <a:buChar char="•"/>
            </a:pPr>
            <a:r>
              <a:rPr lang="en-US" sz="1800" dirty="0"/>
              <a:t>*Arg1: The starting address for the new mapping is specified in the address. If </a:t>
            </a:r>
            <a:r>
              <a:rPr lang="en-US" sz="1800" dirty="0" err="1"/>
              <a:t>addr</a:t>
            </a:r>
            <a:r>
              <a:rPr lang="en-US" sz="1800" dirty="0"/>
              <a:t> is NULL, then the kernel chooses the (page-aligned) address at which to create the mapping; this is the most portable method of creating a new mapping.  If </a:t>
            </a:r>
            <a:r>
              <a:rPr lang="en-US" sz="1800" dirty="0" err="1"/>
              <a:t>addr</a:t>
            </a:r>
            <a:r>
              <a:rPr lang="en-US" sz="1800" dirty="0"/>
              <a:t> is not NULL, then the kernel takes it as a hint about where to place the mapping; on Linux, the kernel will pick a nearby page boundary (but always above or equal to the value specified by /proc/sys/</a:t>
            </a:r>
            <a:r>
              <a:rPr lang="en-US" sz="1800" dirty="0" err="1"/>
              <a:t>vm</a:t>
            </a:r>
            <a:r>
              <a:rPr lang="en-US" sz="1800" dirty="0"/>
              <a:t>/</a:t>
            </a:r>
            <a:r>
              <a:rPr lang="en-US" sz="1800" dirty="0" err="1"/>
              <a:t>mmap_min_addr</a:t>
            </a:r>
            <a:r>
              <a:rPr lang="en-US" sz="1800" dirty="0"/>
              <a:t>) and attempt to create the mapping there.  If another mapping already exists there, the kernel picks a new address that may or may not depend on the hint.  The address of the new mapping is returned as the result of the call.	</a:t>
            </a:r>
          </a:p>
        </p:txBody>
      </p:sp>
      <p:pic>
        <p:nvPicPr>
          <p:cNvPr id="5" name="Picture 4">
            <a:extLst>
              <a:ext uri="{FF2B5EF4-FFF2-40B4-BE49-F238E27FC236}">
                <a16:creationId xmlns:a16="http://schemas.microsoft.com/office/drawing/2014/main" id="{B79BF71D-3EA6-BEF8-9430-5EC07E968CF2}"/>
              </a:ext>
            </a:extLst>
          </p:cNvPr>
          <p:cNvPicPr>
            <a:picLocks noChangeAspect="1"/>
          </p:cNvPicPr>
          <p:nvPr/>
        </p:nvPicPr>
        <p:blipFill>
          <a:blip r:embed="rId2"/>
          <a:stretch>
            <a:fillRect/>
          </a:stretch>
        </p:blipFill>
        <p:spPr>
          <a:xfrm>
            <a:off x="1523998" y="1346521"/>
            <a:ext cx="9285714" cy="1463040"/>
          </a:xfrm>
          <a:prstGeom prst="rect">
            <a:avLst/>
          </a:prstGeom>
        </p:spPr>
      </p:pic>
    </p:spTree>
    <p:extLst>
      <p:ext uri="{BB962C8B-B14F-4D97-AF65-F5344CB8AC3E}">
        <p14:creationId xmlns:p14="http://schemas.microsoft.com/office/powerpoint/2010/main" val="37609053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3800" dirty="0">
                <a:solidFill>
                  <a:srgbClr val="C00000"/>
                </a:solidFill>
              </a:rPr>
              <a:t>Virtual Memory– </a:t>
            </a:r>
            <a:r>
              <a:rPr lang="en-US" sz="3800" dirty="0" err="1">
                <a:solidFill>
                  <a:srgbClr val="C00000"/>
                </a:solidFill>
              </a:rPr>
              <a:t>mmap</a:t>
            </a:r>
            <a:r>
              <a:rPr lang="en-US" sz="3800" dirty="0">
                <a:solidFill>
                  <a:srgbClr val="C00000"/>
                </a:solidFill>
              </a:rPr>
              <a:t>( )</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665826" y="2816761"/>
            <a:ext cx="11137036" cy="2403309"/>
          </a:xfrm>
        </p:spPr>
        <p:txBody>
          <a:bodyPr>
            <a:noAutofit/>
          </a:bodyPr>
          <a:lstStyle/>
          <a:p>
            <a:pPr marL="342900" indent="-342900" algn="l">
              <a:lnSpc>
                <a:spcPct val="150000"/>
              </a:lnSpc>
              <a:buFont typeface="Arial" panose="020B0604020202020204" pitchFamily="34" charset="0"/>
              <a:buChar char="•"/>
            </a:pPr>
            <a:r>
              <a:rPr lang="en-US" sz="1600" dirty="0"/>
              <a:t>Arg2: The length argument specifies the mapping length (greater than 0). The contents of a file mapping (as opposed to an anonymous mapping; see MAP_ANONYMOUS below), are initialized using length bytes starting at offset </a:t>
            </a:r>
            <a:r>
              <a:rPr lang="en-US" sz="1600" dirty="0" err="1"/>
              <a:t>offset</a:t>
            </a:r>
            <a:r>
              <a:rPr lang="en-US" sz="1600" dirty="0"/>
              <a:t> in the file (or other object) referred to by the file descriptor </a:t>
            </a:r>
            <a:r>
              <a:rPr lang="en-US" sz="1600" dirty="0" err="1"/>
              <a:t>fd</a:t>
            </a:r>
            <a:r>
              <a:rPr lang="en-US" sz="1600" dirty="0"/>
              <a:t>.  offset must be a multiple of the page size as returned by </a:t>
            </a:r>
            <a:r>
              <a:rPr lang="en-US" sz="1600" dirty="0" err="1"/>
              <a:t>sysconf</a:t>
            </a:r>
            <a:r>
              <a:rPr lang="en-US" sz="1600" dirty="0"/>
              <a:t>(_SC_PAGE_SIZE).</a:t>
            </a:r>
          </a:p>
          <a:p>
            <a:pPr marL="342900" indent="-342900" algn="l">
              <a:lnSpc>
                <a:spcPct val="150000"/>
              </a:lnSpc>
              <a:buFont typeface="Arial" panose="020B0604020202020204" pitchFamily="34" charset="0"/>
              <a:buChar char="•"/>
            </a:pPr>
            <a:r>
              <a:rPr lang="en-US" sz="1600" dirty="0"/>
              <a:t>Arg3: The </a:t>
            </a:r>
            <a:r>
              <a:rPr lang="en-US" sz="1600" dirty="0" err="1"/>
              <a:t>prot</a:t>
            </a:r>
            <a:r>
              <a:rPr lang="en-US" sz="1600" dirty="0"/>
              <a:t> argument describes the desired memory protection of the mapping (and must not conflict with the open mode of the file). It is either PROT_NONE or the bitwise OR of one or more of the following flags:</a:t>
            </a:r>
          </a:p>
        </p:txBody>
      </p:sp>
      <p:pic>
        <p:nvPicPr>
          <p:cNvPr id="5" name="Picture 4">
            <a:extLst>
              <a:ext uri="{FF2B5EF4-FFF2-40B4-BE49-F238E27FC236}">
                <a16:creationId xmlns:a16="http://schemas.microsoft.com/office/drawing/2014/main" id="{B79BF71D-3EA6-BEF8-9430-5EC07E968CF2}"/>
              </a:ext>
            </a:extLst>
          </p:cNvPr>
          <p:cNvPicPr>
            <a:picLocks noChangeAspect="1"/>
          </p:cNvPicPr>
          <p:nvPr/>
        </p:nvPicPr>
        <p:blipFill>
          <a:blip r:embed="rId2"/>
          <a:stretch>
            <a:fillRect/>
          </a:stretch>
        </p:blipFill>
        <p:spPr>
          <a:xfrm>
            <a:off x="1523998" y="1266623"/>
            <a:ext cx="9285714" cy="1463040"/>
          </a:xfrm>
          <a:prstGeom prst="rect">
            <a:avLst/>
          </a:prstGeom>
        </p:spPr>
      </p:pic>
      <p:graphicFrame>
        <p:nvGraphicFramePr>
          <p:cNvPr id="4" name="Table 3">
            <a:extLst>
              <a:ext uri="{FF2B5EF4-FFF2-40B4-BE49-F238E27FC236}">
                <a16:creationId xmlns:a16="http://schemas.microsoft.com/office/drawing/2014/main" id="{4C4CB1C8-3771-370E-7C5B-C4DE4E2530F6}"/>
              </a:ext>
            </a:extLst>
          </p:cNvPr>
          <p:cNvGraphicFramePr>
            <a:graphicFrameLocks noGrp="1"/>
          </p:cNvGraphicFramePr>
          <p:nvPr>
            <p:extLst>
              <p:ext uri="{D42A27DB-BD31-4B8C-83A1-F6EECF244321}">
                <p14:modId xmlns:p14="http://schemas.microsoft.com/office/powerpoint/2010/main" val="2907604302"/>
              </p:ext>
            </p:extLst>
          </p:nvPr>
        </p:nvGraphicFramePr>
        <p:xfrm>
          <a:off x="2612198" y="5326602"/>
          <a:ext cx="7109313" cy="1384915"/>
        </p:xfrm>
        <a:graphic>
          <a:graphicData uri="http://schemas.openxmlformats.org/drawingml/2006/table">
            <a:tbl>
              <a:tblPr firstRow="1" firstCol="1" bandRow="1">
                <a:tableStyleId>{5C22544A-7EE6-4342-B048-85BDC9FD1C3A}</a:tableStyleId>
              </a:tblPr>
              <a:tblGrid>
                <a:gridCol w="3567693">
                  <a:extLst>
                    <a:ext uri="{9D8B030D-6E8A-4147-A177-3AD203B41FA5}">
                      <a16:colId xmlns:a16="http://schemas.microsoft.com/office/drawing/2014/main" val="4011151432"/>
                    </a:ext>
                  </a:extLst>
                </a:gridCol>
                <a:gridCol w="3541620">
                  <a:extLst>
                    <a:ext uri="{9D8B030D-6E8A-4147-A177-3AD203B41FA5}">
                      <a16:colId xmlns:a16="http://schemas.microsoft.com/office/drawing/2014/main" val="4024271412"/>
                    </a:ext>
                  </a:extLst>
                </a:gridCol>
              </a:tblGrid>
              <a:tr h="276983">
                <a:tc>
                  <a:txBody>
                    <a:bodyPr/>
                    <a:lstStyle/>
                    <a:p>
                      <a:pPr marL="0" marR="0" indent="0" algn="ctr">
                        <a:spcBef>
                          <a:spcPts val="295"/>
                        </a:spcBef>
                        <a:spcAft>
                          <a:spcPts val="0"/>
                        </a:spcAft>
                        <a:tabLst>
                          <a:tab pos="368300" algn="l"/>
                        </a:tabLst>
                      </a:pPr>
                      <a:r>
                        <a:rPr lang="en-US" sz="1100">
                          <a:effectLst/>
                        </a:rPr>
                        <a:t>Prot Argument</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lgn="ctr">
                        <a:spcBef>
                          <a:spcPts val="295"/>
                        </a:spcBef>
                        <a:spcAft>
                          <a:spcPts val="0"/>
                        </a:spcAft>
                        <a:tabLst>
                          <a:tab pos="368300" algn="l"/>
                        </a:tabLst>
                      </a:pPr>
                      <a:r>
                        <a:rPr lang="en-US" sz="1100">
                          <a:effectLst/>
                        </a:rPr>
                        <a:t>Description</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902413986"/>
                  </a:ext>
                </a:extLst>
              </a:tr>
              <a:tr h="276983">
                <a:tc>
                  <a:txBody>
                    <a:bodyPr/>
                    <a:lstStyle/>
                    <a:p>
                      <a:pPr marL="76200" marR="0" algn="l">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100" dirty="0">
                          <a:effectLst/>
                        </a:rPr>
                        <a:t>PROT_EXEC</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tc>
                  <a:txBody>
                    <a:bodyPr/>
                    <a:lstStyle/>
                    <a:p>
                      <a:pPr marL="0" marR="0" indent="0">
                        <a:spcBef>
                          <a:spcPts val="295"/>
                        </a:spcBef>
                        <a:spcAft>
                          <a:spcPts val="0"/>
                        </a:spcAft>
                        <a:tabLst>
                          <a:tab pos="368300" algn="l"/>
                        </a:tabLst>
                      </a:pPr>
                      <a:r>
                        <a:rPr lang="en-US" sz="1100">
                          <a:effectLst/>
                        </a:rPr>
                        <a:t>Pages may be executed.</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681673427"/>
                  </a:ext>
                </a:extLst>
              </a:tr>
              <a:tr h="276983">
                <a:tc>
                  <a:txBody>
                    <a:bodyPr/>
                    <a:lstStyle/>
                    <a:p>
                      <a:r>
                        <a:rPr lang="en-US" sz="1100">
                          <a:effectLst/>
                        </a:rPr>
                        <a:t>PROT_READ</a:t>
                      </a:r>
                      <a:endParaRPr lang="en-US" sz="1100">
                        <a:effectLst/>
                        <a:latin typeface="Calibri" panose="020F0502020204030204" pitchFamily="34" charset="0"/>
                        <a:cs typeface="Times New Roman" panose="02020603050405020304" pitchFamily="18" charset="0"/>
                      </a:endParaRPr>
                    </a:p>
                  </a:txBody>
                  <a:tcPr marL="68580" marR="68580" marT="0" marB="0"/>
                </a:tc>
                <a:tc>
                  <a:txBody>
                    <a:bodyPr/>
                    <a:lstStyle/>
                    <a:p>
                      <a:pPr marL="0" marR="0" indent="0">
                        <a:spcBef>
                          <a:spcPts val="295"/>
                        </a:spcBef>
                        <a:spcAft>
                          <a:spcPts val="0"/>
                        </a:spcAft>
                        <a:tabLst>
                          <a:tab pos="368300" algn="l"/>
                        </a:tabLst>
                      </a:pPr>
                      <a:r>
                        <a:rPr lang="en-US" sz="1100">
                          <a:effectLst/>
                        </a:rPr>
                        <a:t>Pages may be read.</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016736629"/>
                  </a:ext>
                </a:extLst>
              </a:tr>
              <a:tr h="276983">
                <a:tc>
                  <a:txBody>
                    <a:bodyPr/>
                    <a:lstStyle/>
                    <a:p>
                      <a:r>
                        <a:rPr lang="en-US" sz="1100">
                          <a:effectLst/>
                        </a:rPr>
                        <a:t>PROT_WRITE</a:t>
                      </a:r>
                      <a:endParaRPr lang="en-US" sz="1100">
                        <a:effectLst/>
                        <a:latin typeface="Calibri" panose="020F0502020204030204" pitchFamily="34" charset="0"/>
                        <a:cs typeface="Times New Roman" panose="02020603050405020304" pitchFamily="18" charset="0"/>
                      </a:endParaRPr>
                    </a:p>
                  </a:txBody>
                  <a:tcPr marL="68580" marR="68580" marT="0" marB="0"/>
                </a:tc>
                <a:tc>
                  <a:txBody>
                    <a:bodyPr/>
                    <a:lstStyle/>
                    <a:p>
                      <a:pPr marL="0" marR="0" indent="0">
                        <a:spcBef>
                          <a:spcPts val="295"/>
                        </a:spcBef>
                        <a:spcAft>
                          <a:spcPts val="0"/>
                        </a:spcAft>
                        <a:tabLst>
                          <a:tab pos="368300" algn="l"/>
                        </a:tabLst>
                      </a:pPr>
                      <a:r>
                        <a:rPr lang="en-US" sz="1100">
                          <a:effectLst/>
                        </a:rPr>
                        <a:t>Pages may be written.</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1382217070"/>
                  </a:ext>
                </a:extLst>
              </a:tr>
              <a:tr h="276983">
                <a:tc>
                  <a:txBody>
                    <a:bodyPr/>
                    <a:lstStyle/>
                    <a:p>
                      <a:r>
                        <a:rPr lang="en-US" sz="1100">
                          <a:effectLst/>
                        </a:rPr>
                        <a:t>PROT_NONE</a:t>
                      </a:r>
                      <a:endParaRPr lang="en-US" sz="1100">
                        <a:effectLst/>
                        <a:latin typeface="Calibri" panose="020F0502020204030204" pitchFamily="34" charset="0"/>
                        <a:cs typeface="Times New Roman" panose="02020603050405020304" pitchFamily="18" charset="0"/>
                      </a:endParaRPr>
                    </a:p>
                  </a:txBody>
                  <a:tcPr marL="68580" marR="68580" marT="0" marB="0"/>
                </a:tc>
                <a:tc>
                  <a:txBody>
                    <a:bodyPr/>
                    <a:lstStyle/>
                    <a:p>
                      <a:pPr marL="0" marR="0" indent="0">
                        <a:spcBef>
                          <a:spcPts val="295"/>
                        </a:spcBef>
                        <a:spcAft>
                          <a:spcPts val="0"/>
                        </a:spcAft>
                        <a:tabLst>
                          <a:tab pos="368300" algn="l"/>
                        </a:tabLst>
                      </a:pPr>
                      <a:r>
                        <a:rPr lang="en-US" sz="1100" dirty="0">
                          <a:effectLst/>
                        </a:rPr>
                        <a:t>Pages may not be accessed.</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val="2473660088"/>
                  </a:ext>
                </a:extLst>
              </a:tr>
            </a:tbl>
          </a:graphicData>
        </a:graphic>
      </p:graphicFrame>
    </p:spTree>
    <p:extLst>
      <p:ext uri="{BB962C8B-B14F-4D97-AF65-F5344CB8AC3E}">
        <p14:creationId xmlns:p14="http://schemas.microsoft.com/office/powerpoint/2010/main" val="18382245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3800" dirty="0">
                <a:solidFill>
                  <a:srgbClr val="C00000"/>
                </a:solidFill>
              </a:rPr>
              <a:t>Virtual Memory– </a:t>
            </a:r>
            <a:r>
              <a:rPr lang="en-US" sz="3800" dirty="0" err="1">
                <a:solidFill>
                  <a:srgbClr val="C00000"/>
                </a:solidFill>
              </a:rPr>
              <a:t>mmap</a:t>
            </a:r>
            <a:r>
              <a:rPr lang="en-US" sz="3800" dirty="0">
                <a:solidFill>
                  <a:srgbClr val="C00000"/>
                </a:solidFill>
              </a:rPr>
              <a:t>( )</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665826" y="3331670"/>
            <a:ext cx="11137036" cy="3069130"/>
          </a:xfrm>
        </p:spPr>
        <p:txBody>
          <a:bodyPr>
            <a:noAutofit/>
          </a:bodyPr>
          <a:lstStyle/>
          <a:p>
            <a:pPr marL="342900" indent="-342900" algn="l">
              <a:lnSpc>
                <a:spcPct val="150000"/>
              </a:lnSpc>
              <a:buFont typeface="Arial" panose="020B0604020202020204" pitchFamily="34" charset="0"/>
              <a:buChar char="•"/>
            </a:pPr>
            <a:r>
              <a:rPr lang="en-US" sz="1800" dirty="0"/>
              <a:t>Arg4: The flags argument determines whether updates to the mapping are visible to other processes mapping the same region, and whether updates are carried through to the underlying file.  This behavior is determined by including exactly one of the following values in flags.</a:t>
            </a:r>
          </a:p>
          <a:p>
            <a:pPr marL="342900" indent="-342900" algn="l">
              <a:lnSpc>
                <a:spcPct val="150000"/>
              </a:lnSpc>
              <a:buFont typeface="Arial" panose="020B0604020202020204" pitchFamily="34" charset="0"/>
              <a:buChar char="•"/>
            </a:pPr>
            <a:r>
              <a:rPr lang="en-US" sz="1800" dirty="0"/>
              <a:t>Arg5: Virtual address to file descriptor</a:t>
            </a:r>
          </a:p>
          <a:p>
            <a:pPr marL="342900" indent="-342900" algn="l">
              <a:lnSpc>
                <a:spcPct val="150000"/>
              </a:lnSpc>
              <a:buFont typeface="Arial" panose="020B0604020202020204" pitchFamily="34" charset="0"/>
              <a:buChar char="•"/>
            </a:pPr>
            <a:r>
              <a:rPr lang="en-US" sz="1800" dirty="0"/>
              <a:t>Arg6: Offset of the file the virtual address accesses</a:t>
            </a:r>
          </a:p>
          <a:p>
            <a:pPr marL="342900" indent="-342900" algn="l">
              <a:lnSpc>
                <a:spcPct val="150000"/>
              </a:lnSpc>
              <a:buFont typeface="Arial" panose="020B0604020202020204" pitchFamily="34" charset="0"/>
              <a:buChar char="•"/>
            </a:pPr>
            <a:r>
              <a:rPr lang="en-US" sz="1800" dirty="0"/>
              <a:t>Return: 1). Returns a pointer to the mapped area on success; 2). Returns -1 if failed.</a:t>
            </a:r>
          </a:p>
          <a:p>
            <a:pPr marL="342900" indent="-342900" algn="l">
              <a:lnSpc>
                <a:spcPct val="150000"/>
              </a:lnSpc>
              <a:buFont typeface="Arial" panose="020B0604020202020204" pitchFamily="34" charset="0"/>
              <a:buChar char="•"/>
            </a:pPr>
            <a:endParaRPr lang="en-US" sz="1800" dirty="0"/>
          </a:p>
        </p:txBody>
      </p:sp>
      <p:pic>
        <p:nvPicPr>
          <p:cNvPr id="5" name="Picture 4">
            <a:extLst>
              <a:ext uri="{FF2B5EF4-FFF2-40B4-BE49-F238E27FC236}">
                <a16:creationId xmlns:a16="http://schemas.microsoft.com/office/drawing/2014/main" id="{B79BF71D-3EA6-BEF8-9430-5EC07E968CF2}"/>
              </a:ext>
            </a:extLst>
          </p:cNvPr>
          <p:cNvPicPr>
            <a:picLocks noChangeAspect="1"/>
          </p:cNvPicPr>
          <p:nvPr/>
        </p:nvPicPr>
        <p:blipFill>
          <a:blip r:embed="rId2"/>
          <a:stretch>
            <a:fillRect/>
          </a:stretch>
        </p:blipFill>
        <p:spPr>
          <a:xfrm>
            <a:off x="1523998" y="1448617"/>
            <a:ext cx="9285714" cy="1463040"/>
          </a:xfrm>
          <a:prstGeom prst="rect">
            <a:avLst/>
          </a:prstGeom>
        </p:spPr>
      </p:pic>
    </p:spTree>
    <p:extLst>
      <p:ext uri="{BB962C8B-B14F-4D97-AF65-F5344CB8AC3E}">
        <p14:creationId xmlns:p14="http://schemas.microsoft.com/office/powerpoint/2010/main" val="15588834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3800" dirty="0">
                <a:solidFill>
                  <a:srgbClr val="C00000"/>
                </a:solidFill>
              </a:rPr>
              <a:t>Virtual Memory – </a:t>
            </a:r>
            <a:r>
              <a:rPr lang="en-US" sz="3800" dirty="0" err="1">
                <a:solidFill>
                  <a:srgbClr val="C00000"/>
                </a:solidFill>
              </a:rPr>
              <a:t>munmap</a:t>
            </a:r>
            <a:r>
              <a:rPr lang="en-US" sz="3800" dirty="0">
                <a:solidFill>
                  <a:srgbClr val="C00000"/>
                </a:solidFill>
              </a:rPr>
              <a:t>( )</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534162" y="2776814"/>
            <a:ext cx="9391836" cy="4005724"/>
          </a:xfrm>
        </p:spPr>
        <p:txBody>
          <a:bodyPr>
            <a:noAutofit/>
          </a:bodyPr>
          <a:lstStyle/>
          <a:p>
            <a:pPr marL="342900" indent="-342900" algn="l">
              <a:lnSpc>
                <a:spcPct val="150000"/>
              </a:lnSpc>
              <a:buFont typeface="Arial" panose="020B0604020202020204" pitchFamily="34" charset="0"/>
              <a:buChar char="•"/>
            </a:pPr>
            <a:r>
              <a:rPr lang="en-US" sz="1700" dirty="0" err="1"/>
              <a:t>Func</a:t>
            </a:r>
            <a:r>
              <a:rPr lang="en-US" sz="1700" dirty="0"/>
              <a:t>: deletes the mappings for the specified address range, and causes further references to addresses within the range to generate invalid memory references. The region is also automatically unmapped when the process is terminated.  On the other hand, closing the file descriptor does not </a:t>
            </a:r>
            <a:r>
              <a:rPr lang="en-US" sz="1700" dirty="0" err="1"/>
              <a:t>unmap</a:t>
            </a:r>
            <a:r>
              <a:rPr lang="en-US" sz="1700" dirty="0"/>
              <a:t> the region.</a:t>
            </a:r>
          </a:p>
          <a:p>
            <a:pPr marL="342900" indent="-342900" algn="l">
              <a:lnSpc>
                <a:spcPct val="150000"/>
              </a:lnSpc>
              <a:buFont typeface="Arial" panose="020B0604020202020204" pitchFamily="34" charset="0"/>
              <a:buChar char="•"/>
            </a:pPr>
            <a:r>
              <a:rPr lang="en-US" sz="1700" dirty="0"/>
              <a:t>*Arg1: must be a multiple of the page size (but length need not be).  All pages containing a part of the indicated range are unmapped, and subsequent references to these pages will generate SIGSEGV.  It is not an error if the indicated range does not contain any mapped pages.</a:t>
            </a:r>
          </a:p>
          <a:p>
            <a:pPr marL="342900" indent="-342900" algn="l">
              <a:lnSpc>
                <a:spcPct val="150000"/>
              </a:lnSpc>
              <a:buFont typeface="Arial" panose="020B0604020202020204" pitchFamily="34" charset="0"/>
              <a:buChar char="•"/>
            </a:pPr>
            <a:r>
              <a:rPr lang="en-US" sz="1700" dirty="0"/>
              <a:t>Arg2: The length argument specifies the mapping length (greater than 0).</a:t>
            </a:r>
          </a:p>
          <a:p>
            <a:pPr marL="342900" indent="-342900" algn="l">
              <a:lnSpc>
                <a:spcPct val="150000"/>
              </a:lnSpc>
              <a:buFont typeface="Arial" panose="020B0604020202020204" pitchFamily="34" charset="0"/>
              <a:buChar char="•"/>
            </a:pPr>
            <a:r>
              <a:rPr lang="en-US" sz="1700" dirty="0"/>
              <a:t>Return: 1). Return 0 on success; 2). Return -1 if failed.</a:t>
            </a:r>
          </a:p>
        </p:txBody>
      </p:sp>
      <p:pic>
        <p:nvPicPr>
          <p:cNvPr id="4" name="Picture 3">
            <a:extLst>
              <a:ext uri="{FF2B5EF4-FFF2-40B4-BE49-F238E27FC236}">
                <a16:creationId xmlns:a16="http://schemas.microsoft.com/office/drawing/2014/main" id="{5786B1F1-97A6-E228-3291-4C4CE133AF19}"/>
              </a:ext>
            </a:extLst>
          </p:cNvPr>
          <p:cNvPicPr>
            <a:picLocks noChangeAspect="1"/>
          </p:cNvPicPr>
          <p:nvPr/>
        </p:nvPicPr>
        <p:blipFill>
          <a:blip r:embed="rId2"/>
          <a:stretch>
            <a:fillRect/>
          </a:stretch>
        </p:blipFill>
        <p:spPr>
          <a:xfrm>
            <a:off x="1266001" y="1191263"/>
            <a:ext cx="9659997" cy="1463040"/>
          </a:xfrm>
          <a:prstGeom prst="rect">
            <a:avLst/>
          </a:prstGeom>
        </p:spPr>
      </p:pic>
    </p:spTree>
    <p:extLst>
      <p:ext uri="{BB962C8B-B14F-4D97-AF65-F5344CB8AC3E}">
        <p14:creationId xmlns:p14="http://schemas.microsoft.com/office/powerpoint/2010/main" val="67089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7cf48d45-3ddb-4389-a9c1-c115526eb52e}" enabled="0" method="" siteId="{7cf48d45-3ddb-4389-a9c1-c115526eb52e}" removed="1"/>
</clbl:labelList>
</file>

<file path=docProps/app.xml><?xml version="1.0" encoding="utf-8"?>
<Properties xmlns="http://schemas.openxmlformats.org/officeDocument/2006/extended-properties" xmlns:vt="http://schemas.openxmlformats.org/officeDocument/2006/docPropsVTypes">
  <TotalTime>648</TotalTime>
  <Words>597</Words>
  <Application>Microsoft Office PowerPoint</Application>
  <PresentationFormat>Widescreen</PresentationFormat>
  <Paragraphs>29</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Times New Roman</vt:lpstr>
      <vt:lpstr>Office Theme</vt:lpstr>
      <vt:lpstr>PowerPoint Presentation</vt:lpstr>
      <vt:lpstr>Virtual Memory– mmap( )</vt:lpstr>
      <vt:lpstr>Virtual Memory– mmap( )</vt:lpstr>
      <vt:lpstr>Virtual Memory– mmap( )</vt:lpstr>
      <vt:lpstr>Virtual Memory – munmap(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Jie Zhao</dc:creator>
  <cp:lastModifiedBy>Zhao, Jie</cp:lastModifiedBy>
  <cp:revision>7</cp:revision>
  <dcterms:created xsi:type="dcterms:W3CDTF">2023-08-19T20:44:10Z</dcterms:created>
  <dcterms:modified xsi:type="dcterms:W3CDTF">2025-02-25T00:36:39Z</dcterms:modified>
</cp:coreProperties>
</file>